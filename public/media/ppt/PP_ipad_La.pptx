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sldIdLst>
    <p:sldId id="265" r:id="rId2"/>
    <p:sldId id="259" r:id="rId3"/>
    <p:sldId id="261" r:id="rId4"/>
    <p:sldId id="260" r:id="rId5"/>
    <p:sldId id="258" r:id="rId6"/>
    <p:sldId id="262" r:id="rId7"/>
    <p:sldId id="263" r:id="rId8"/>
    <p:sldId id="264" r:id="rId9"/>
  </p:sldIdLst>
  <p:sldSz cx="12801600" cy="9601200" type="A3"/>
  <p:notesSz cx="9144000" cy="6858000"/>
  <p:embeddedFontLst>
    <p:embeddedFont>
      <p:font typeface="VNI-Avo" pitchFamily="2" charset="0"/>
      <p:regular r:id="rId10"/>
      <p:bold r:id="rId11"/>
      <p:italic r:id="rId12"/>
      <p:boldItalic r:id="rId13"/>
    </p:embeddedFont>
    <p:embeddedFont>
      <p:font typeface="VNI-Bodon-Poster" pitchFamily="2" charset="0"/>
      <p:bold r:id="rId14"/>
    </p:embeddedFont>
    <p:embeddedFont>
      <p:font typeface="VNI-COOPER-HEAVY" pitchFamily="2" charset="0"/>
      <p:bold r:id="rId15"/>
    </p:embeddedFont>
    <p:embeddedFont>
      <p:font typeface="VNI-Heather" pitchFamily="2" charset="0"/>
      <p:regular r:id="rId16"/>
    </p:embeddedFont>
  </p:embeddedFontLst>
  <p:defaultTextStyle>
    <a:defPPr>
      <a:defRPr lang="en-US"/>
    </a:defPPr>
    <a:lvl1pPr marL="0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1pPr>
    <a:lvl2pPr marL="158054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2pPr>
    <a:lvl3pPr marL="316108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3pPr>
    <a:lvl4pPr marL="474162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4pPr>
    <a:lvl5pPr marL="632216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5pPr>
    <a:lvl6pPr marL="790270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6pPr>
    <a:lvl7pPr marL="948324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7pPr>
    <a:lvl8pPr marL="1106378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8pPr>
    <a:lvl9pPr marL="1264432" algn="l" defTabSz="158054" rtl="0" eaLnBrk="1" latinLnBrk="0" hangingPunct="1">
      <a:defRPr sz="6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EFFEF"/>
    <a:srgbClr val="FFD9FF"/>
    <a:srgbClr val="0000FF"/>
    <a:srgbClr val="CCFFFF"/>
    <a:srgbClr val="FFE2E1"/>
    <a:srgbClr val="FFC1FF"/>
    <a:srgbClr val="CDFDEE"/>
    <a:srgbClr val="FCFFD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4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4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85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7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4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8C5B5-ECD2-4A80-A9FE-ABCD395A9E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4766C-6291-4EFE-AC48-B0C88A66C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4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image" Target="../media/image2.gif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audio6.wav"/><Relationship Id="rId3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12" Type="http://schemas.openxmlformats.org/officeDocument/2006/relationships/image" Target="../media/image6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audio" Target="../media/audio5.wav"/><Relationship Id="rId11" Type="http://schemas.microsoft.com/office/2007/relationships/hdphoto" Target="../media/hdphoto1.wdp"/><Relationship Id="rId5" Type="http://schemas.openxmlformats.org/officeDocument/2006/relationships/audio" Target="../media/audio4.wav"/><Relationship Id="rId10" Type="http://schemas.openxmlformats.org/officeDocument/2006/relationships/image" Target="../media/image5.png"/><Relationship Id="rId4" Type="http://schemas.openxmlformats.org/officeDocument/2006/relationships/audio" Target="../media/audio3.wav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audio" Target="../media/audio7.wav"/><Relationship Id="rId5" Type="http://schemas.openxmlformats.org/officeDocument/2006/relationships/audio" Target="../media/audio6.wav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6.wav"/><Relationship Id="rId3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12" Type="http://schemas.openxmlformats.org/officeDocument/2006/relationships/image" Target="../media/image6.png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6" Type="http://schemas.openxmlformats.org/officeDocument/2006/relationships/audio" Target="../media/audio5.wav"/><Relationship Id="rId11" Type="http://schemas.microsoft.com/office/2007/relationships/hdphoto" Target="../media/hdphoto2.wdp"/><Relationship Id="rId5" Type="http://schemas.openxmlformats.org/officeDocument/2006/relationships/audio" Target="../media/audio4.wav"/><Relationship Id="rId10" Type="http://schemas.openxmlformats.org/officeDocument/2006/relationships/image" Target="../media/image8.png"/><Relationship Id="rId4" Type="http://schemas.openxmlformats.org/officeDocument/2006/relationships/audio" Target="../media/audio8.wav"/><Relationship Id="rId9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6" Type="http://schemas.openxmlformats.org/officeDocument/2006/relationships/audio" Target="../media/audio6.wav"/><Relationship Id="rId5" Type="http://schemas.openxmlformats.org/officeDocument/2006/relationships/audio" Target="../media/audio7.wav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openxmlformats.org/officeDocument/2006/relationships/audio" Target="../media/audio6.wav"/><Relationship Id="rId2" Type="http://schemas.microsoft.com/office/2007/relationships/media" Target="../media/media3.mp3"/><Relationship Id="rId1" Type="http://schemas.openxmlformats.org/officeDocument/2006/relationships/audio" Target="NULL" TargetMode="External"/><Relationship Id="rId6" Type="http://schemas.openxmlformats.org/officeDocument/2006/relationships/audio" Target="../media/audio5.wav"/><Relationship Id="rId11" Type="http://schemas.openxmlformats.org/officeDocument/2006/relationships/image" Target="../media/image6.png"/><Relationship Id="rId5" Type="http://schemas.openxmlformats.org/officeDocument/2006/relationships/audio" Target="../media/audio4.wav"/><Relationship Id="rId10" Type="http://schemas.microsoft.com/office/2007/relationships/hdphoto" Target="../media/hdphoto3.wdp"/><Relationship Id="rId4" Type="http://schemas.openxmlformats.org/officeDocument/2006/relationships/audio" Target="../media/audio9.wav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microsoft.com/office/2007/relationships/media" Target="../media/media3.mp3"/><Relationship Id="rId1" Type="http://schemas.openxmlformats.org/officeDocument/2006/relationships/audio" Target="NULL" TargetMode="External"/><Relationship Id="rId6" Type="http://schemas.openxmlformats.org/officeDocument/2006/relationships/audio" Target="../media/audio7.wav"/><Relationship Id="rId5" Type="http://schemas.openxmlformats.org/officeDocument/2006/relationships/audio" Target="../media/audio6.wav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gif"/><Relationship Id="rId5" Type="http://schemas.openxmlformats.org/officeDocument/2006/relationships/image" Target="../media/image3.wmf"/><Relationship Id="rId4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205B8-C899-012C-0876-1FC13B49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386836-2396-D433-E194-7111A811C2E4}"/>
              </a:ext>
            </a:extLst>
          </p:cNvPr>
          <p:cNvSpPr/>
          <p:nvPr/>
        </p:nvSpPr>
        <p:spPr>
          <a:xfrm>
            <a:off x="2452376" y="154379"/>
            <a:ext cx="7466864" cy="1077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ỦY BAN NHÂN DÂN QUẬN GÒ VẤP</a:t>
            </a:r>
          </a:p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MẦM NON HOA QUỲNH</a:t>
            </a:r>
            <a:endParaRPr lang="vi-VN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6A6D9-7047-B1ED-72F2-C89FCC949E38}"/>
              </a:ext>
            </a:extLst>
          </p:cNvPr>
          <p:cNvSpPr/>
          <p:nvPr/>
        </p:nvSpPr>
        <p:spPr>
          <a:xfrm>
            <a:off x="2810534" y="1235693"/>
            <a:ext cx="6750547" cy="832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bliqueBottomRight"/>
              <a:lightRig rig="threePt" dir="t"/>
            </a:scene3d>
          </a:bodyPr>
          <a:lstStyle/>
          <a:p>
            <a:pPr algn="ctr"/>
            <a:r>
              <a:rPr lang="en-US" sz="4800" b="1" dirty="0" err="1">
                <a:solidFill>
                  <a:srgbClr val="00CC00"/>
                </a:solidFill>
                <a:latin typeface="VNI-COOPER-HEAVY" pitchFamily="2" charset="0"/>
                <a:cs typeface="Times New Roman" panose="02020603050405020304" pitchFamily="18" charset="0"/>
              </a:rPr>
              <a:t>Troø</a:t>
            </a:r>
            <a:r>
              <a:rPr lang="en-US" sz="4800" b="1" dirty="0">
                <a:solidFill>
                  <a:srgbClr val="00CC00"/>
                </a:solidFill>
                <a:latin typeface="VNI-COOPER-HEAVY" pitchFamily="2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CC00"/>
                </a:solidFill>
                <a:latin typeface="VNI-COOPER-HEAVY" pitchFamily="2" charset="0"/>
                <a:cs typeface="Times New Roman" panose="02020603050405020304" pitchFamily="18" charset="0"/>
              </a:rPr>
              <a:t>chôi</a:t>
            </a:r>
            <a:r>
              <a:rPr lang="en-US" sz="4800" b="1" dirty="0">
                <a:solidFill>
                  <a:srgbClr val="00CC00"/>
                </a:solidFill>
                <a:latin typeface="VNI-COOPER-HEAVY" pitchFamily="2" charset="0"/>
                <a:cs typeface="Times New Roman" panose="02020603050405020304" pitchFamily="18" charset="0"/>
              </a:rPr>
              <a:t> : </a:t>
            </a:r>
            <a:endParaRPr lang="vi-VN" sz="4800" b="1" dirty="0">
              <a:solidFill>
                <a:srgbClr val="00CC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49612-C390-DD9E-EA7D-9650190DA98A}"/>
              </a:ext>
            </a:extLst>
          </p:cNvPr>
          <p:cNvSpPr/>
          <p:nvPr/>
        </p:nvSpPr>
        <p:spPr>
          <a:xfrm>
            <a:off x="1001486" y="1879466"/>
            <a:ext cx="10776857" cy="2879092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Wave2">
              <a:avLst>
                <a:gd name="adj1" fmla="val 10335"/>
                <a:gd name="adj2" fmla="val 164"/>
              </a:avLst>
            </a:prstTxWarp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VNI-Heather" pitchFamily="2" charset="0"/>
                <a:cs typeface="Times New Roman" panose="02020603050405020304" pitchFamily="18" charset="0"/>
              </a:rPr>
              <a:t>AI THOÂNG MINH HÔN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effectLst/>
              <a:latin typeface="VNI-Heather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8D7B0-094B-2C4A-E97F-10EA9F4BE5F1}"/>
              </a:ext>
            </a:extLst>
          </p:cNvPr>
          <p:cNvSpPr/>
          <p:nvPr/>
        </p:nvSpPr>
        <p:spPr>
          <a:xfrm>
            <a:off x="1957416" y="6221429"/>
            <a:ext cx="9335068" cy="832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bliqueBottomRight"/>
              <a:lightRig rig="threePt" dir="t"/>
            </a:scene3d>
          </a:bodyPr>
          <a:lstStyle/>
          <a:p>
            <a:pPr algn="ctr"/>
            <a:r>
              <a:rPr lang="en-US" sz="4000" b="1" dirty="0" err="1">
                <a:solidFill>
                  <a:srgbClr val="FFC000"/>
                </a:solidFill>
                <a:latin typeface="VNI-Bodon-Poster" pitchFamily="2" charset="0"/>
                <a:cs typeface="Times New Roman" panose="02020603050405020304" pitchFamily="18" charset="0"/>
              </a:rPr>
              <a:t>Naêm</a:t>
            </a:r>
            <a:r>
              <a:rPr lang="en-US" sz="4000" b="1" dirty="0">
                <a:solidFill>
                  <a:srgbClr val="FFC000"/>
                </a:solidFill>
                <a:latin typeface="VNI-Bodon-Poster" pitchFamily="2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C000"/>
                </a:solidFill>
                <a:latin typeface="VNI-Bodon-Poster" pitchFamily="2" charset="0"/>
                <a:cs typeface="Times New Roman" panose="02020603050405020304" pitchFamily="18" charset="0"/>
              </a:rPr>
              <a:t>hoïc</a:t>
            </a:r>
            <a:r>
              <a:rPr lang="en-US" sz="4000" b="1" dirty="0">
                <a:solidFill>
                  <a:srgbClr val="FFC000"/>
                </a:solidFill>
                <a:latin typeface="VNI-Bodon-Poster" pitchFamily="2" charset="0"/>
                <a:cs typeface="Times New Roman" panose="02020603050405020304" pitchFamily="18" charset="0"/>
              </a:rPr>
              <a:t>: 2023 - 2024</a:t>
            </a:r>
            <a:endParaRPr lang="vi-VN" sz="4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67259-303E-D29B-3B2B-4E4A88715871}"/>
              </a:ext>
            </a:extLst>
          </p:cNvPr>
          <p:cNvSpPr/>
          <p:nvPr/>
        </p:nvSpPr>
        <p:spPr>
          <a:xfrm>
            <a:off x="511133" y="4762755"/>
            <a:ext cx="11809517" cy="1458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bliqueBottomRigh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rgbClr val="0000CC"/>
                </a:solidFill>
                <a:latin typeface="VNI-Bodon-Poster" pitchFamily="2" charset="0"/>
                <a:cs typeface="Times New Roman" panose="02020603050405020304" pitchFamily="18" charset="0"/>
              </a:rPr>
              <a:t>ÖÙNG DUÏNG CHO LÖÙA TUOÅI 5 – 6 TUOÅI </a:t>
            </a:r>
            <a:endParaRPr lang="vi-VN" sz="40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12" descr="1418014dlefhz18lc">
            <a:extLst>
              <a:ext uri="{FF2B5EF4-FFF2-40B4-BE49-F238E27FC236}">
                <a16:creationId xmlns:a16="http://schemas.microsoft.com/office/drawing/2014/main" id="{F40F485C-72C1-0AB1-CC28-5D9F57F81AA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7986" y="7135829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 descr="1418014dlefhz18lc">
            <a:extLst>
              <a:ext uri="{FF2B5EF4-FFF2-40B4-BE49-F238E27FC236}">
                <a16:creationId xmlns:a16="http://schemas.microsoft.com/office/drawing/2014/main" id="{41D973DC-C48B-C7AB-1CFC-BD15FB304CB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49" y="6978138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" descr="1418014dlefhz18lc">
            <a:extLst>
              <a:ext uri="{FF2B5EF4-FFF2-40B4-BE49-F238E27FC236}">
                <a16:creationId xmlns:a16="http://schemas.microsoft.com/office/drawing/2014/main" id="{8BF95341-916D-76AE-C9CD-A48C7FD1F2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1111" y="75474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 descr="1418014dlefhz18lc">
            <a:extLst>
              <a:ext uri="{FF2B5EF4-FFF2-40B4-BE49-F238E27FC236}">
                <a16:creationId xmlns:a16="http://schemas.microsoft.com/office/drawing/2014/main" id="{4DE397F6-F853-117D-0BD2-B28BBA9EBD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97" y="0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Firewrk5">
            <a:extLst>
              <a:ext uri="{FF2B5EF4-FFF2-40B4-BE49-F238E27FC236}">
                <a16:creationId xmlns:a16="http://schemas.microsoft.com/office/drawing/2014/main" id="{7421F070-24F7-F08A-63E3-D27AFD664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700452" y="6389610"/>
            <a:ext cx="2400302" cy="2896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" descr="Firewrk5">
            <a:extLst>
              <a:ext uri="{FF2B5EF4-FFF2-40B4-BE49-F238E27FC236}">
                <a16:creationId xmlns:a16="http://schemas.microsoft.com/office/drawing/2014/main" id="{1950D50D-3166-565C-AA7C-6042ED2AE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47892" y="1472022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 descr="Firewrk5">
            <a:extLst>
              <a:ext uri="{FF2B5EF4-FFF2-40B4-BE49-F238E27FC236}">
                <a16:creationId xmlns:a16="http://schemas.microsoft.com/office/drawing/2014/main" id="{53F0C937-C393-9CDE-673A-29BC6EED7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783708" y="5705174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1" descr="Firewrk5">
            <a:extLst>
              <a:ext uri="{FF2B5EF4-FFF2-40B4-BE49-F238E27FC236}">
                <a16:creationId xmlns:a16="http://schemas.microsoft.com/office/drawing/2014/main" id="{2F6B7BD1-F47F-96D5-146B-05A4856E7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979747" y="58665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83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56" presetClass="entr" presetSubtype="0" fill="hold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8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val 334">
            <a:extLst>
              <a:ext uri="{FF2B5EF4-FFF2-40B4-BE49-F238E27FC236}">
                <a16:creationId xmlns:a16="http://schemas.microsoft.com/office/drawing/2014/main" id="{D686D9C0-8918-2470-B123-AA842184B51D}"/>
              </a:ext>
            </a:extLst>
          </p:cNvPr>
          <p:cNvSpPr/>
          <p:nvPr/>
        </p:nvSpPr>
        <p:spPr>
          <a:xfrm>
            <a:off x="850689" y="925230"/>
            <a:ext cx="2226207" cy="2226207"/>
          </a:xfrm>
          <a:prstGeom prst="ellipse">
            <a:avLst/>
          </a:prstGeom>
          <a:solidFill>
            <a:srgbClr val="CCFFFF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8" name="Picture 337">
            <a:extLst>
              <a:ext uri="{FF2B5EF4-FFF2-40B4-BE49-F238E27FC236}">
                <a16:creationId xmlns:a16="http://schemas.microsoft.com/office/drawing/2014/main" id="{8DD423A2-1D37-0893-F02B-AD1008903D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67" b="96667" l="3762" r="94671">
                        <a14:foregroundMark x1="10658" y1="28333" x2="42320" y2="93333"/>
                        <a14:foregroundMark x1="7524" y1="31667" x2="33229" y2="53333"/>
                        <a14:foregroundMark x1="33229" y1="53333" x2="33229" y2="55333"/>
                        <a14:foregroundMark x1="4075" y1="24000" x2="9404" y2="61333"/>
                        <a14:foregroundMark x1="58621" y1="8667" x2="63323" y2="21333"/>
                        <a14:foregroundMark x1="63323" y1="21333" x2="64263" y2="29000"/>
                        <a14:foregroundMark x1="62069" y1="23333" x2="62069" y2="30000"/>
                        <a14:foregroundMark x1="72727" y1="22667" x2="72727" y2="33333"/>
                        <a14:foregroundMark x1="91223" y1="52667" x2="93417" y2="67333"/>
                        <a14:foregroundMark x1="94671" y1="56333" x2="94671" y2="56333"/>
                        <a14:foregroundMark x1="94671" y1="59667" x2="94671" y2="59667"/>
                        <a14:foregroundMark x1="92476" y1="65000" x2="92476" y2="65000"/>
                        <a14:foregroundMark x1="92476" y1="68333" x2="92476" y2="68333"/>
                        <a14:foregroundMark x1="92476" y1="66667" x2="92476" y2="66667"/>
                        <a14:foregroundMark x1="92790" y1="67333" x2="92790" y2="67333"/>
                        <a14:foregroundMark x1="25078" y1="94000" x2="25078" y2="94000"/>
                        <a14:foregroundMark x1="44828" y1="92333" x2="44828" y2="92333"/>
                        <a14:foregroundMark x1="46395" y1="51000" x2="46395" y2="51000"/>
                        <a14:foregroundMark x1="46395" y1="51000" x2="46395" y2="51000"/>
                        <a14:foregroundMark x1="25705" y1="94333" x2="25705" y2="94333"/>
                        <a14:foregroundMark x1="22257" y1="92000" x2="22257" y2="92000"/>
                        <a14:foregroundMark x1="20690" y1="89000" x2="20690" y2="89000"/>
                        <a14:foregroundMark x1="17241" y1="89000" x2="17241" y2="89000"/>
                        <a14:foregroundMark x1="24451" y1="92667" x2="24451" y2="92667"/>
                        <a14:foregroundMark x1="23197" y1="96000" x2="23197" y2="96000"/>
                        <a14:foregroundMark x1="24138" y1="96000" x2="24138" y2="96000"/>
                        <a14:foregroundMark x1="24765" y1="96667" x2="24765" y2="96667"/>
                        <a14:foregroundMark x1="27900" y1="96667" x2="27900" y2="96667"/>
                        <a14:foregroundMark x1="29154" y1="96333" x2="29154" y2="96333"/>
                        <a14:foregroundMark x1="28527" y1="94333" x2="28527" y2="94333"/>
                        <a14:foregroundMark x1="45768" y1="89333" x2="45768" y2="89333"/>
                        <a14:foregroundMark x1="45768" y1="93667" x2="45768" y2="93667"/>
                        <a14:foregroundMark x1="46395" y1="94667" x2="46395" y2="94667"/>
                        <a14:foregroundMark x1="48903" y1="92333" x2="48903" y2="92333"/>
                        <a14:foregroundMark x1="49216" y1="92000" x2="49216" y2="92000"/>
                        <a14:foregroundMark x1="49216" y1="91333" x2="49216" y2="9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7168" y="1311594"/>
            <a:ext cx="863071" cy="854734"/>
          </a:xfrm>
          <a:prstGeom prst="rect">
            <a:avLst/>
          </a:prstGeom>
        </p:spPr>
      </p:pic>
      <p:pic>
        <p:nvPicPr>
          <p:cNvPr id="339" name="Picture 338">
            <a:extLst>
              <a:ext uri="{FF2B5EF4-FFF2-40B4-BE49-F238E27FC236}">
                <a16:creationId xmlns:a16="http://schemas.microsoft.com/office/drawing/2014/main" id="{6E353C47-592B-3A2E-8647-1F7D6AF725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67" b="96667" l="3762" r="94671">
                        <a14:foregroundMark x1="10658" y1="28333" x2="42320" y2="93333"/>
                        <a14:foregroundMark x1="7524" y1="31667" x2="33229" y2="53333"/>
                        <a14:foregroundMark x1="33229" y1="53333" x2="33229" y2="55333"/>
                        <a14:foregroundMark x1="4075" y1="24000" x2="9404" y2="61333"/>
                        <a14:foregroundMark x1="58621" y1="8667" x2="63323" y2="21333"/>
                        <a14:foregroundMark x1="63323" y1="21333" x2="64263" y2="29000"/>
                        <a14:foregroundMark x1="62069" y1="23333" x2="62069" y2="30000"/>
                        <a14:foregroundMark x1="72727" y1="22667" x2="72727" y2="33333"/>
                        <a14:foregroundMark x1="91223" y1="52667" x2="93417" y2="67333"/>
                        <a14:foregroundMark x1="94671" y1="56333" x2="94671" y2="56333"/>
                        <a14:foregroundMark x1="94671" y1="59667" x2="94671" y2="59667"/>
                        <a14:foregroundMark x1="92476" y1="65000" x2="92476" y2="65000"/>
                        <a14:foregroundMark x1="92476" y1="68333" x2="92476" y2="68333"/>
                        <a14:foregroundMark x1="92476" y1="66667" x2="92476" y2="66667"/>
                        <a14:foregroundMark x1="92790" y1="67333" x2="92790" y2="67333"/>
                        <a14:foregroundMark x1="25078" y1="94000" x2="25078" y2="94000"/>
                        <a14:foregroundMark x1="44828" y1="92333" x2="44828" y2="92333"/>
                        <a14:foregroundMark x1="46395" y1="51000" x2="46395" y2="51000"/>
                        <a14:foregroundMark x1="46395" y1="51000" x2="46395" y2="51000"/>
                        <a14:foregroundMark x1="25705" y1="94333" x2="25705" y2="94333"/>
                        <a14:foregroundMark x1="22257" y1="92000" x2="22257" y2="92000"/>
                        <a14:foregroundMark x1="20690" y1="89000" x2="20690" y2="89000"/>
                        <a14:foregroundMark x1="17241" y1="89000" x2="17241" y2="89000"/>
                        <a14:foregroundMark x1="24451" y1="92667" x2="24451" y2="92667"/>
                        <a14:foregroundMark x1="23197" y1="96000" x2="23197" y2="96000"/>
                        <a14:foregroundMark x1="24138" y1="96000" x2="24138" y2="96000"/>
                        <a14:foregroundMark x1="24765" y1="96667" x2="24765" y2="96667"/>
                        <a14:foregroundMark x1="27900" y1="96667" x2="27900" y2="96667"/>
                        <a14:foregroundMark x1="29154" y1="96333" x2="29154" y2="96333"/>
                        <a14:foregroundMark x1="28527" y1="94333" x2="28527" y2="94333"/>
                        <a14:foregroundMark x1="45768" y1="89333" x2="45768" y2="89333"/>
                        <a14:foregroundMark x1="45768" y1="93667" x2="45768" y2="93667"/>
                        <a14:foregroundMark x1="46395" y1="94667" x2="46395" y2="94667"/>
                        <a14:foregroundMark x1="48903" y1="92333" x2="48903" y2="92333"/>
                        <a14:foregroundMark x1="49216" y1="92000" x2="49216" y2="92000"/>
                        <a14:foregroundMark x1="49216" y1="91333" x2="49216" y2="9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9405" y="2148613"/>
            <a:ext cx="644699" cy="638472"/>
          </a:xfrm>
          <a:prstGeom prst="rect">
            <a:avLst/>
          </a:prstGeom>
        </p:spPr>
      </p:pic>
      <p:pic>
        <p:nvPicPr>
          <p:cNvPr id="340" name="Picture 339">
            <a:extLst>
              <a:ext uri="{FF2B5EF4-FFF2-40B4-BE49-F238E27FC236}">
                <a16:creationId xmlns:a16="http://schemas.microsoft.com/office/drawing/2014/main" id="{267E6ACB-7E6F-684C-D234-4D2C8A44E0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67" b="96667" l="3762" r="94671">
                        <a14:foregroundMark x1="10658" y1="28333" x2="42320" y2="93333"/>
                        <a14:foregroundMark x1="7524" y1="31667" x2="33229" y2="53333"/>
                        <a14:foregroundMark x1="33229" y1="53333" x2="33229" y2="55333"/>
                        <a14:foregroundMark x1="4075" y1="24000" x2="9404" y2="61333"/>
                        <a14:foregroundMark x1="58621" y1="8667" x2="63323" y2="21333"/>
                        <a14:foregroundMark x1="63323" y1="21333" x2="64263" y2="29000"/>
                        <a14:foregroundMark x1="62069" y1="23333" x2="62069" y2="30000"/>
                        <a14:foregroundMark x1="72727" y1="22667" x2="72727" y2="33333"/>
                        <a14:foregroundMark x1="91223" y1="52667" x2="93417" y2="67333"/>
                        <a14:foregroundMark x1="94671" y1="56333" x2="94671" y2="56333"/>
                        <a14:foregroundMark x1="94671" y1="59667" x2="94671" y2="59667"/>
                        <a14:foregroundMark x1="92476" y1="65000" x2="92476" y2="65000"/>
                        <a14:foregroundMark x1="92476" y1="68333" x2="92476" y2="68333"/>
                        <a14:foregroundMark x1="92476" y1="66667" x2="92476" y2="66667"/>
                        <a14:foregroundMark x1="92790" y1="67333" x2="92790" y2="67333"/>
                        <a14:foregroundMark x1="25078" y1="94000" x2="25078" y2="94000"/>
                        <a14:foregroundMark x1="44828" y1="92333" x2="44828" y2="92333"/>
                        <a14:foregroundMark x1="46395" y1="51000" x2="46395" y2="51000"/>
                        <a14:foregroundMark x1="46395" y1="51000" x2="46395" y2="51000"/>
                        <a14:foregroundMark x1="25705" y1="94333" x2="25705" y2="94333"/>
                        <a14:foregroundMark x1="22257" y1="92000" x2="22257" y2="92000"/>
                        <a14:foregroundMark x1="20690" y1="89000" x2="20690" y2="89000"/>
                        <a14:foregroundMark x1="17241" y1="89000" x2="17241" y2="89000"/>
                        <a14:foregroundMark x1="24451" y1="92667" x2="24451" y2="92667"/>
                        <a14:foregroundMark x1="23197" y1="96000" x2="23197" y2="96000"/>
                        <a14:foregroundMark x1="24138" y1="96000" x2="24138" y2="96000"/>
                        <a14:foregroundMark x1="24765" y1="96667" x2="24765" y2="96667"/>
                        <a14:foregroundMark x1="27900" y1="96667" x2="27900" y2="96667"/>
                        <a14:foregroundMark x1="29154" y1="96333" x2="29154" y2="96333"/>
                        <a14:foregroundMark x1="28527" y1="94333" x2="28527" y2="94333"/>
                        <a14:foregroundMark x1="45768" y1="89333" x2="45768" y2="89333"/>
                        <a14:foregroundMark x1="45768" y1="93667" x2="45768" y2="93667"/>
                        <a14:foregroundMark x1="46395" y1="94667" x2="46395" y2="94667"/>
                        <a14:foregroundMark x1="48903" y1="92333" x2="48903" y2="92333"/>
                        <a14:foregroundMark x1="49216" y1="92000" x2="49216" y2="92000"/>
                        <a14:foregroundMark x1="49216" y1="91333" x2="49216" y2="9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428636" y="1230034"/>
            <a:ext cx="644699" cy="638472"/>
          </a:xfrm>
          <a:prstGeom prst="rect">
            <a:avLst/>
          </a:prstGeom>
        </p:spPr>
      </p:pic>
      <p:pic>
        <p:nvPicPr>
          <p:cNvPr id="341" name="Picture 340">
            <a:extLst>
              <a:ext uri="{FF2B5EF4-FFF2-40B4-BE49-F238E27FC236}">
                <a16:creationId xmlns:a16="http://schemas.microsoft.com/office/drawing/2014/main" id="{F00C958F-198A-C062-3E07-BBDA23C3A9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67" b="96667" l="3762" r="94671">
                        <a14:foregroundMark x1="10658" y1="28333" x2="42320" y2="93333"/>
                        <a14:foregroundMark x1="7524" y1="31667" x2="33229" y2="53333"/>
                        <a14:foregroundMark x1="33229" y1="53333" x2="33229" y2="55333"/>
                        <a14:foregroundMark x1="4075" y1="24000" x2="9404" y2="61333"/>
                        <a14:foregroundMark x1="58621" y1="8667" x2="63323" y2="21333"/>
                        <a14:foregroundMark x1="63323" y1="21333" x2="64263" y2="29000"/>
                        <a14:foregroundMark x1="62069" y1="23333" x2="62069" y2="30000"/>
                        <a14:foregroundMark x1="72727" y1="22667" x2="72727" y2="33333"/>
                        <a14:foregroundMark x1="91223" y1="52667" x2="93417" y2="67333"/>
                        <a14:foregroundMark x1="94671" y1="56333" x2="94671" y2="56333"/>
                        <a14:foregroundMark x1="94671" y1="59667" x2="94671" y2="59667"/>
                        <a14:foregroundMark x1="92476" y1="65000" x2="92476" y2="65000"/>
                        <a14:foregroundMark x1="92476" y1="68333" x2="92476" y2="68333"/>
                        <a14:foregroundMark x1="92476" y1="66667" x2="92476" y2="66667"/>
                        <a14:foregroundMark x1="92790" y1="67333" x2="92790" y2="67333"/>
                        <a14:foregroundMark x1="25078" y1="94000" x2="25078" y2="94000"/>
                        <a14:foregroundMark x1="44828" y1="92333" x2="44828" y2="92333"/>
                        <a14:foregroundMark x1="46395" y1="51000" x2="46395" y2="51000"/>
                        <a14:foregroundMark x1="46395" y1="51000" x2="46395" y2="51000"/>
                        <a14:foregroundMark x1="25705" y1="94333" x2="25705" y2="94333"/>
                        <a14:foregroundMark x1="22257" y1="92000" x2="22257" y2="92000"/>
                        <a14:foregroundMark x1="20690" y1="89000" x2="20690" y2="89000"/>
                        <a14:foregroundMark x1="17241" y1="89000" x2="17241" y2="89000"/>
                        <a14:foregroundMark x1="24451" y1="92667" x2="24451" y2="92667"/>
                        <a14:foregroundMark x1="23197" y1="96000" x2="23197" y2="96000"/>
                        <a14:foregroundMark x1="24138" y1="96000" x2="24138" y2="96000"/>
                        <a14:foregroundMark x1="24765" y1="96667" x2="24765" y2="96667"/>
                        <a14:foregroundMark x1="27900" y1="96667" x2="27900" y2="96667"/>
                        <a14:foregroundMark x1="29154" y1="96333" x2="29154" y2="96333"/>
                        <a14:foregroundMark x1="28527" y1="94333" x2="28527" y2="94333"/>
                        <a14:foregroundMark x1="45768" y1="89333" x2="45768" y2="89333"/>
                        <a14:foregroundMark x1="45768" y1="93667" x2="45768" y2="93667"/>
                        <a14:foregroundMark x1="46395" y1="94667" x2="46395" y2="94667"/>
                        <a14:foregroundMark x1="48903" y1="92333" x2="48903" y2="92333"/>
                        <a14:foregroundMark x1="49216" y1="92000" x2="49216" y2="92000"/>
                        <a14:foregroundMark x1="49216" y1="91333" x2="49216" y2="9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784219" y="2040482"/>
            <a:ext cx="863071" cy="854734"/>
          </a:xfrm>
          <a:prstGeom prst="rect">
            <a:avLst/>
          </a:pr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AD6D7C0E-315F-8F03-9E66-763CB01336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67" b="96667" l="3762" r="94671">
                        <a14:foregroundMark x1="10658" y1="28333" x2="42320" y2="93333"/>
                        <a14:foregroundMark x1="7524" y1="31667" x2="33229" y2="53333"/>
                        <a14:foregroundMark x1="33229" y1="53333" x2="33229" y2="55333"/>
                        <a14:foregroundMark x1="4075" y1="24000" x2="9404" y2="61333"/>
                        <a14:foregroundMark x1="58621" y1="8667" x2="63323" y2="21333"/>
                        <a14:foregroundMark x1="63323" y1="21333" x2="64263" y2="29000"/>
                        <a14:foregroundMark x1="62069" y1="23333" x2="62069" y2="30000"/>
                        <a14:foregroundMark x1="72727" y1="22667" x2="72727" y2="33333"/>
                        <a14:foregroundMark x1="91223" y1="52667" x2="93417" y2="67333"/>
                        <a14:foregroundMark x1="94671" y1="56333" x2="94671" y2="56333"/>
                        <a14:foregroundMark x1="94671" y1="59667" x2="94671" y2="59667"/>
                        <a14:foregroundMark x1="92476" y1="65000" x2="92476" y2="65000"/>
                        <a14:foregroundMark x1="92476" y1="68333" x2="92476" y2="68333"/>
                        <a14:foregroundMark x1="92476" y1="66667" x2="92476" y2="66667"/>
                        <a14:foregroundMark x1="92790" y1="67333" x2="92790" y2="67333"/>
                        <a14:foregroundMark x1="25078" y1="94000" x2="25078" y2="94000"/>
                        <a14:foregroundMark x1="44828" y1="92333" x2="44828" y2="92333"/>
                        <a14:foregroundMark x1="46395" y1="51000" x2="46395" y2="51000"/>
                        <a14:foregroundMark x1="46395" y1="51000" x2="46395" y2="51000"/>
                        <a14:foregroundMark x1="25705" y1="94333" x2="25705" y2="94333"/>
                        <a14:foregroundMark x1="22257" y1="92000" x2="22257" y2="92000"/>
                        <a14:foregroundMark x1="20690" y1="89000" x2="20690" y2="89000"/>
                        <a14:foregroundMark x1="17241" y1="89000" x2="17241" y2="89000"/>
                        <a14:foregroundMark x1="24451" y1="92667" x2="24451" y2="92667"/>
                        <a14:foregroundMark x1="23197" y1="96000" x2="23197" y2="96000"/>
                        <a14:foregroundMark x1="24138" y1="96000" x2="24138" y2="96000"/>
                        <a14:foregroundMark x1="24765" y1="96667" x2="24765" y2="96667"/>
                        <a14:foregroundMark x1="27900" y1="96667" x2="27900" y2="96667"/>
                        <a14:foregroundMark x1="29154" y1="96333" x2="29154" y2="96333"/>
                        <a14:foregroundMark x1="28527" y1="94333" x2="28527" y2="94333"/>
                        <a14:foregroundMark x1="45768" y1="89333" x2="45768" y2="89333"/>
                        <a14:foregroundMark x1="45768" y1="93667" x2="45768" y2="93667"/>
                        <a14:foregroundMark x1="46395" y1="94667" x2="46395" y2="94667"/>
                        <a14:foregroundMark x1="48903" y1="92333" x2="48903" y2="92333"/>
                        <a14:foregroundMark x1="49216" y1="92000" x2="49216" y2="92000"/>
                        <a14:foregroundMark x1="49216" y1="91333" x2="49216" y2="9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776" y="1623103"/>
            <a:ext cx="644699" cy="638472"/>
          </a:xfrm>
          <a:prstGeom prst="rect">
            <a:avLst/>
          </a:prstGeom>
        </p:spPr>
      </p:pic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549985D7-2AAB-9BF8-6FCB-77D79C9CA955}"/>
              </a:ext>
            </a:extLst>
          </p:cNvPr>
          <p:cNvCxnSpPr>
            <a:cxnSpLocks/>
          </p:cNvCxnSpPr>
          <p:nvPr/>
        </p:nvCxnSpPr>
        <p:spPr>
          <a:xfrm>
            <a:off x="1963791" y="3174101"/>
            <a:ext cx="1" cy="298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48F75B6-3C4E-C478-80EE-8BF43E476131}"/>
              </a:ext>
            </a:extLst>
          </p:cNvPr>
          <p:cNvGrpSpPr/>
          <p:nvPr/>
        </p:nvGrpSpPr>
        <p:grpSpPr>
          <a:xfrm>
            <a:off x="589930" y="3393473"/>
            <a:ext cx="2705106" cy="2199349"/>
            <a:chOff x="498555" y="2022262"/>
            <a:chExt cx="2032072" cy="1318798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9FF20F9C-B472-22BC-04BA-61494AB56E7D}"/>
                </a:ext>
              </a:extLst>
            </p:cNvPr>
            <p:cNvGrpSpPr/>
            <p:nvPr/>
          </p:nvGrpSpPr>
          <p:grpSpPr>
            <a:xfrm>
              <a:off x="498555" y="2084474"/>
              <a:ext cx="2032072" cy="1256586"/>
              <a:chOff x="242874" y="2191924"/>
              <a:chExt cx="2336306" cy="998174"/>
            </a:xfrm>
            <a:noFill/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95E9066-8350-9CAE-73E4-64E8CDD7010D}"/>
                  </a:ext>
                </a:extLst>
              </p:cNvPr>
              <p:cNvSpPr/>
              <p:nvPr/>
            </p:nvSpPr>
            <p:spPr>
              <a:xfrm>
                <a:off x="247109" y="2191924"/>
                <a:ext cx="2332071" cy="998174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4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85310ADC-CA9A-178C-EA8F-A04A12D9A2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393" y="2566022"/>
                <a:ext cx="170255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DE07D9AE-16B6-942C-5A95-42BCF2F829A4}"/>
                  </a:ext>
                </a:extLst>
              </p:cNvPr>
              <p:cNvCxnSpPr/>
              <p:nvPr/>
            </p:nvCxnSpPr>
            <p:spPr>
              <a:xfrm>
                <a:off x="245327" y="256602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7B3C3F7-0198-B435-008C-1A57C16BE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8741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A8897817-05E6-0E12-41D2-31125CE8DE6F}"/>
                  </a:ext>
                </a:extLst>
              </p:cNvPr>
              <p:cNvCxnSpPr/>
              <p:nvPr/>
            </p:nvCxnSpPr>
            <p:spPr>
              <a:xfrm>
                <a:off x="242874" y="278161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43416B5A-F7C1-76B9-FDD1-30A62FE7E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6497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5E592827-A559-62C6-6DAD-6DA571E82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5983" y="2560848"/>
                <a:ext cx="0" cy="203571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51F2BE6B-DC19-4E28-9D4B-DECE889FB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7059" y="2566022"/>
                <a:ext cx="147699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A686A1C8-CCED-E505-7C61-D48CFE5E3BD2}"/>
                </a:ext>
              </a:extLst>
            </p:cNvPr>
            <p:cNvGrpSpPr/>
            <p:nvPr/>
          </p:nvGrpSpPr>
          <p:grpSpPr>
            <a:xfrm>
              <a:off x="577330" y="2022262"/>
              <a:ext cx="1660446" cy="1304231"/>
              <a:chOff x="577330" y="2022262"/>
              <a:chExt cx="1660446" cy="1304231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F2A0ACA9-717A-6A1E-9F39-EB59578581BA}"/>
                  </a:ext>
                </a:extLst>
              </p:cNvPr>
              <p:cNvSpPr/>
              <p:nvPr/>
            </p:nvSpPr>
            <p:spPr>
              <a:xfrm>
                <a:off x="1259099" y="2022262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44A887CC-8C2C-1A17-0B7D-AE4ABA4B9930}"/>
                  </a:ext>
                </a:extLst>
              </p:cNvPr>
              <p:cNvSpPr/>
              <p:nvPr/>
            </p:nvSpPr>
            <p:spPr>
              <a:xfrm>
                <a:off x="577330" y="2765628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044B962A-014C-38E6-79C6-43D1A7C130F5}"/>
                  </a:ext>
                </a:extLst>
              </p:cNvPr>
              <p:cNvSpPr/>
              <p:nvPr/>
            </p:nvSpPr>
            <p:spPr>
              <a:xfrm>
                <a:off x="1982284" y="2734859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</p:grp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5E31A4F3-F4AC-2F9F-6B1E-F85147F88EC6}"/>
              </a:ext>
            </a:extLst>
          </p:cNvPr>
          <p:cNvCxnSpPr>
            <a:cxnSpLocks/>
          </p:cNvCxnSpPr>
          <p:nvPr/>
        </p:nvCxnSpPr>
        <p:spPr>
          <a:xfrm>
            <a:off x="3118496" y="2038332"/>
            <a:ext cx="126935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DFB442CF-372B-80D3-E613-BDB7BA8789AA}"/>
              </a:ext>
            </a:extLst>
          </p:cNvPr>
          <p:cNvGrpSpPr/>
          <p:nvPr/>
        </p:nvGrpSpPr>
        <p:grpSpPr>
          <a:xfrm>
            <a:off x="5061855" y="3749180"/>
            <a:ext cx="3291869" cy="1408886"/>
            <a:chOff x="6581485" y="1455578"/>
            <a:chExt cx="2577881" cy="1169234"/>
          </a:xfrm>
          <a:solidFill>
            <a:srgbClr val="CCFFFF"/>
          </a:solidFill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9A7D9DC-D18C-8075-5092-C685ACF754A8}"/>
                </a:ext>
              </a:extLst>
            </p:cNvPr>
            <p:cNvSpPr/>
            <p:nvPr/>
          </p:nvSpPr>
          <p:spPr>
            <a:xfrm flipV="1">
              <a:off x="6581485" y="1455578"/>
              <a:ext cx="2577881" cy="1169234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786621C5-2728-8FCC-8A44-F5F4E4626A61}"/>
                </a:ext>
              </a:extLst>
            </p:cNvPr>
            <p:cNvSpPr/>
            <p:nvPr/>
          </p:nvSpPr>
          <p:spPr>
            <a:xfrm>
              <a:off x="6717919" y="1559855"/>
              <a:ext cx="2354780" cy="638559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 ..n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gaø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FFDF54A-F4E3-11AA-2768-B2978ED6FA0A}"/>
              </a:ext>
            </a:extLst>
          </p:cNvPr>
          <p:cNvGrpSpPr/>
          <p:nvPr/>
        </p:nvGrpSpPr>
        <p:grpSpPr>
          <a:xfrm>
            <a:off x="9964163" y="1247092"/>
            <a:ext cx="1539632" cy="1349179"/>
            <a:chOff x="3538284" y="231370"/>
            <a:chExt cx="1824216" cy="2877375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8F28D2C8-B8EB-9E7F-CCF2-3EDDB5ABE31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8D21AE5D-E2AA-B9AA-3FD5-D86D630A4B3D}"/>
                </a:ext>
              </a:extLst>
            </p:cNvPr>
            <p:cNvSpPr/>
            <p:nvPr/>
          </p:nvSpPr>
          <p:spPr>
            <a:xfrm>
              <a:off x="4260478" y="696920"/>
              <a:ext cx="255032" cy="95950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endParaRPr lang="en-US" sz="8800" b="1">
                <a:ln/>
                <a:solidFill>
                  <a:schemeClr val="accent4"/>
                </a:solidFill>
              </a:endParaRPr>
            </a:p>
          </p:txBody>
        </p:sp>
      </p:grp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9A7D9DC-D18C-8075-5092-C685ACF754A8}"/>
              </a:ext>
            </a:extLst>
          </p:cNvPr>
          <p:cNvSpPr/>
          <p:nvPr/>
        </p:nvSpPr>
        <p:spPr>
          <a:xfrm flipV="1">
            <a:off x="5428484" y="5735126"/>
            <a:ext cx="2558610" cy="1408886"/>
          </a:xfrm>
          <a:prstGeom prst="rect">
            <a:avLst/>
          </a:prstGeom>
          <a:solidFill>
            <a:srgbClr val="CCFFFF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5E31A4F3-F4AC-2F9F-6B1E-F85147F88EC6}"/>
              </a:ext>
            </a:extLst>
          </p:cNvPr>
          <p:cNvCxnSpPr>
            <a:cxnSpLocks/>
          </p:cNvCxnSpPr>
          <p:nvPr/>
        </p:nvCxnSpPr>
        <p:spPr>
          <a:xfrm>
            <a:off x="8298491" y="2036443"/>
            <a:ext cx="126935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5061855" y="1549270"/>
            <a:ext cx="3252840" cy="979889"/>
            <a:chOff x="5061855" y="1549270"/>
            <a:chExt cx="3252840" cy="979889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ED86C73-D87C-ABAF-E148-6F3803431DA3}"/>
                </a:ext>
              </a:extLst>
            </p:cNvPr>
            <p:cNvSpPr/>
            <p:nvPr/>
          </p:nvSpPr>
          <p:spPr>
            <a:xfrm flipV="1">
              <a:off x="5061855" y="1549270"/>
              <a:ext cx="3252840" cy="979889"/>
            </a:xfrm>
            <a:prstGeom prst="rect">
              <a:avLst/>
            </a:prstGeom>
            <a:solidFill>
              <a:srgbClr val="CC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20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B34E083-F2BB-3853-4BE0-D2E7ECBC72A8}"/>
                </a:ext>
              </a:extLst>
            </p:cNvPr>
            <p:cNvSpPr/>
            <p:nvPr/>
          </p:nvSpPr>
          <p:spPr>
            <a:xfrm>
              <a:off x="5119810" y="1651723"/>
              <a:ext cx="3120730" cy="769441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gaø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sp>
        <p:nvSpPr>
          <p:cNvPr id="277" name="Rectangle 276">
            <a:extLst>
              <a:ext uri="{FF2B5EF4-FFF2-40B4-BE49-F238E27FC236}">
                <a16:creationId xmlns:a16="http://schemas.microsoft.com/office/drawing/2014/main" id="{4B34E083-F2BB-3853-4BE0-D2E7ECBC72A8}"/>
              </a:ext>
            </a:extLst>
          </p:cNvPr>
          <p:cNvSpPr/>
          <p:nvPr/>
        </p:nvSpPr>
        <p:spPr>
          <a:xfrm>
            <a:off x="5946368" y="6027529"/>
            <a:ext cx="484456" cy="769441"/>
          </a:xfrm>
          <a:prstGeom prst="rect">
            <a:avLst/>
          </a:prstGeom>
          <a:solidFill>
            <a:srgbClr val="CCFF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o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90093" y="3528092"/>
            <a:ext cx="2676821" cy="7545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70398" y="5726450"/>
            <a:ext cx="3586785" cy="1371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1" name="Group 270"/>
          <p:cNvGrpSpPr/>
          <p:nvPr/>
        </p:nvGrpSpPr>
        <p:grpSpPr>
          <a:xfrm>
            <a:off x="582331" y="474851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72" name="Rectangle 271"/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1676805" y="5839953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2849606" y="5839405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498426" y="5830617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02854" y="729520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51" name="Rectangle 250"/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617700" y="8279075"/>
            <a:ext cx="2692182" cy="851208"/>
            <a:chOff x="4645085" y="6490417"/>
            <a:chExt cx="2692182" cy="851208"/>
          </a:xfrm>
          <a:solidFill>
            <a:srgbClr val="FEFFEF"/>
          </a:solidFill>
        </p:grpSpPr>
        <p:sp>
          <p:nvSpPr>
            <p:cNvPr id="256" name="Rectangle 255"/>
            <p:cNvSpPr/>
            <p:nvPr/>
          </p:nvSpPr>
          <p:spPr>
            <a:xfrm>
              <a:off x="464508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</p:grpSp>
      <p:sp>
        <p:nvSpPr>
          <p:cNvPr id="279" name="Rectangle 278">
            <a:extLst>
              <a:ext uri="{FF2B5EF4-FFF2-40B4-BE49-F238E27FC236}">
                <a16:creationId xmlns:a16="http://schemas.microsoft.com/office/drawing/2014/main" id="{4B34E083-F2BB-3853-4BE0-D2E7ECBC72A8}"/>
              </a:ext>
            </a:extLst>
          </p:cNvPr>
          <p:cNvSpPr/>
          <p:nvPr/>
        </p:nvSpPr>
        <p:spPr>
          <a:xfrm>
            <a:off x="6972778" y="6027528"/>
            <a:ext cx="484456" cy="769441"/>
          </a:xfrm>
          <a:prstGeom prst="rect">
            <a:avLst/>
          </a:prstGeom>
          <a:solidFill>
            <a:srgbClr val="CCFF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u</a:t>
            </a:r>
          </a:p>
        </p:txBody>
      </p:sp>
      <p:pic>
        <p:nvPicPr>
          <p:cNvPr id="31" name="Ghi tiêu chuẩn 9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69" end="1505.12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791750" y="1607996"/>
            <a:ext cx="609600" cy="609600"/>
          </a:xfrm>
          <a:prstGeom prst="rect">
            <a:avLst/>
          </a:prstGeom>
        </p:spPr>
      </p:pic>
      <p:sp>
        <p:nvSpPr>
          <p:cNvPr id="281" name="Rectangle 280"/>
          <p:cNvSpPr/>
          <p:nvPr/>
        </p:nvSpPr>
        <p:spPr>
          <a:xfrm>
            <a:off x="9530709" y="2667855"/>
            <a:ext cx="2413641" cy="880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9851581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10788938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8454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0.08569 -0.2650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8" y="-132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3.84921E-6 0.0001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0.09796 -0.2658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8" y="-132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1.90476E-6 0.0001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-0.00174 -0.37103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18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4.28571E-6 -1.5873E-7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9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3000"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2146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254E-6 -3.38624E-6 L -0.0382 -0.12004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-600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5873E-6 0.00016 L -0.07428 -0.22586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20" y="-11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6349E-6 -4.07407E-6 L -4.12698E-6 -1.85185E-6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-18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8 -2.6455E-7 L -0.00508 -0.26604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1331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4603E-6 2.53968E-6 L -0.00297 -0.2624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" y="-1312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92424">
                <p:cTn id="1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206E-6 -3.38624E-6 L 0.03497 -0.12434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9" y="-62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206E-6 -3.38624E-6 L -1.42857E-6 7.40741E-7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-9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3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3 -0.00115 L 0.01166 -0.22404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" y="-1114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7"/>
                  </p:tgtEl>
                </p:cond>
              </p:nextCondLst>
            </p:seq>
          </p:childTnLst>
        </p:cTn>
      </p:par>
    </p:tnLst>
    <p:bldLst>
      <p:bldP spid="286" grpId="0" animBg="1"/>
      <p:bldP spid="277" grpId="0" animBg="1"/>
      <p:bldP spid="277" grpId="1" animBg="1"/>
      <p:bldP spid="211" grpId="0"/>
      <p:bldP spid="249" grpId="0"/>
      <p:bldP spid="249" grpId="1"/>
      <p:bldP spid="248" grpId="0"/>
      <p:bldP spid="248" grpId="1"/>
      <p:bldP spid="279" grpId="0" animBg="1"/>
      <p:bldP spid="279" grpId="1" animBg="1"/>
      <p:bldP spid="279" grpId="2" animBg="1"/>
      <p:bldP spid="281" grpId="0" animBg="1"/>
      <p:bldP spid="283" grpId="0"/>
      <p:bldP spid="283" grpId="1"/>
      <p:bldP spid="283" grpId="2"/>
      <p:bldP spid="284" grpId="0"/>
      <p:bldP spid="28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49618-2AA9-DD3C-A1E9-01A641F6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CD24D3D3-CB25-0BB1-FF64-CEFBD04ECD72}"/>
              </a:ext>
            </a:extLst>
          </p:cNvPr>
          <p:cNvGrpSpPr/>
          <p:nvPr/>
        </p:nvGrpSpPr>
        <p:grpSpPr>
          <a:xfrm>
            <a:off x="1120911" y="2483329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9F8821D-C3EA-F8A0-5EF3-8EC45EC79089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14D0E5E-9E21-1876-908A-DAA16B8939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6C8DCC9-3E6F-677A-9F86-FF9A6CB6E34A}"/>
              </a:ext>
            </a:extLst>
          </p:cNvPr>
          <p:cNvSpPr/>
          <p:nvPr/>
        </p:nvSpPr>
        <p:spPr>
          <a:xfrm>
            <a:off x="2406737" y="2607083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7D4F58F-7C7C-A35D-6A6A-C550F2EA057F}"/>
              </a:ext>
            </a:extLst>
          </p:cNvPr>
          <p:cNvSpPr/>
          <p:nvPr/>
        </p:nvSpPr>
        <p:spPr>
          <a:xfrm>
            <a:off x="1461755" y="349164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1ABFFCE-B61D-CE78-358D-D81AE26C7BF7}"/>
              </a:ext>
            </a:extLst>
          </p:cNvPr>
          <p:cNvSpPr/>
          <p:nvPr/>
        </p:nvSpPr>
        <p:spPr>
          <a:xfrm>
            <a:off x="2316463" y="349065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478E6E-9435-99D5-D058-A3DF55D880D5}"/>
              </a:ext>
            </a:extLst>
          </p:cNvPr>
          <p:cNvSpPr/>
          <p:nvPr/>
        </p:nvSpPr>
        <p:spPr>
          <a:xfrm>
            <a:off x="1340851" y="2279489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c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009B0B5-D2C1-ADAB-CE6C-DF43293536D0}"/>
              </a:ext>
            </a:extLst>
          </p:cNvPr>
          <p:cNvGrpSpPr/>
          <p:nvPr/>
        </p:nvGrpSpPr>
        <p:grpSpPr>
          <a:xfrm>
            <a:off x="5404040" y="2483329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9689355-DAD4-6AED-C262-227D627D80E7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28C2309-0691-158F-EB1D-F533D98FF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Oval 155">
            <a:extLst>
              <a:ext uri="{FF2B5EF4-FFF2-40B4-BE49-F238E27FC236}">
                <a16:creationId xmlns:a16="http://schemas.microsoft.com/office/drawing/2014/main" id="{38FEFFAB-2A90-4E8C-4AD4-DC4FD3EF8FED}"/>
              </a:ext>
            </a:extLst>
          </p:cNvPr>
          <p:cNvSpPr/>
          <p:nvPr/>
        </p:nvSpPr>
        <p:spPr>
          <a:xfrm>
            <a:off x="6689866" y="2607083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D9C0870-F518-01D5-D74A-FACEF1B4E48B}"/>
              </a:ext>
            </a:extLst>
          </p:cNvPr>
          <p:cNvSpPr/>
          <p:nvPr/>
        </p:nvSpPr>
        <p:spPr>
          <a:xfrm>
            <a:off x="5744884" y="349164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164537C-34C7-C1C7-84E7-2294FC2F9D2E}"/>
              </a:ext>
            </a:extLst>
          </p:cNvPr>
          <p:cNvSpPr/>
          <p:nvPr/>
        </p:nvSpPr>
        <p:spPr>
          <a:xfrm>
            <a:off x="6599592" y="349065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493ABE9-938E-A9DE-139C-69078E4E0221}"/>
              </a:ext>
            </a:extLst>
          </p:cNvPr>
          <p:cNvSpPr/>
          <p:nvPr/>
        </p:nvSpPr>
        <p:spPr>
          <a:xfrm>
            <a:off x="5623980" y="2279489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o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2ED2B06-FC75-2421-FE12-2A0449341C0D}"/>
              </a:ext>
            </a:extLst>
          </p:cNvPr>
          <p:cNvGrpSpPr/>
          <p:nvPr/>
        </p:nvGrpSpPr>
        <p:grpSpPr>
          <a:xfrm>
            <a:off x="9735151" y="2483329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99E60FB-DD20-068E-1D72-2F1223B2492A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AABCAA0F-15D1-57F7-88BA-4F00A147C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Oval 162">
            <a:extLst>
              <a:ext uri="{FF2B5EF4-FFF2-40B4-BE49-F238E27FC236}">
                <a16:creationId xmlns:a16="http://schemas.microsoft.com/office/drawing/2014/main" id="{8CF24983-3421-1F28-481F-0C773C66DD5F}"/>
              </a:ext>
            </a:extLst>
          </p:cNvPr>
          <p:cNvSpPr/>
          <p:nvPr/>
        </p:nvSpPr>
        <p:spPr>
          <a:xfrm>
            <a:off x="11020977" y="2607083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D3835B4-5669-AE2E-A94A-8D51554732D4}"/>
              </a:ext>
            </a:extLst>
          </p:cNvPr>
          <p:cNvSpPr/>
          <p:nvPr/>
        </p:nvSpPr>
        <p:spPr>
          <a:xfrm>
            <a:off x="10075995" y="349164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FF7F31D-151C-A6C0-45AA-516CA85DBB77}"/>
              </a:ext>
            </a:extLst>
          </p:cNvPr>
          <p:cNvSpPr/>
          <p:nvPr/>
        </p:nvSpPr>
        <p:spPr>
          <a:xfrm>
            <a:off x="10930703" y="3490654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47ECE69-B889-0C31-B143-04970119CC5B}"/>
              </a:ext>
            </a:extLst>
          </p:cNvPr>
          <p:cNvSpPr/>
          <p:nvPr/>
        </p:nvSpPr>
        <p:spPr>
          <a:xfrm>
            <a:off x="9955091" y="2279489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759E97C-9FC2-F18D-F7B9-075F02E9141C}"/>
              </a:ext>
            </a:extLst>
          </p:cNvPr>
          <p:cNvGrpSpPr/>
          <p:nvPr/>
        </p:nvGrpSpPr>
        <p:grpSpPr>
          <a:xfrm>
            <a:off x="3263187" y="5746657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70362FA-A9E1-DDC4-D365-F46F6DBDDE91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C0F5123D-2DC2-0764-B017-3E9A8E1DFC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Oval 169">
            <a:extLst>
              <a:ext uri="{FF2B5EF4-FFF2-40B4-BE49-F238E27FC236}">
                <a16:creationId xmlns:a16="http://schemas.microsoft.com/office/drawing/2014/main" id="{0D7E8AD0-3FF8-6DCD-D8DB-63EAFFB11E45}"/>
              </a:ext>
            </a:extLst>
          </p:cNvPr>
          <p:cNvSpPr/>
          <p:nvPr/>
        </p:nvSpPr>
        <p:spPr>
          <a:xfrm>
            <a:off x="4549013" y="5870411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107B27E-8B84-8472-BED2-21261E8BEB55}"/>
              </a:ext>
            </a:extLst>
          </p:cNvPr>
          <p:cNvSpPr/>
          <p:nvPr/>
        </p:nvSpPr>
        <p:spPr>
          <a:xfrm>
            <a:off x="3604031" y="675497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19CA5F1-CE97-E941-638B-832DE8463ADB}"/>
              </a:ext>
            </a:extLst>
          </p:cNvPr>
          <p:cNvSpPr/>
          <p:nvPr/>
        </p:nvSpPr>
        <p:spPr>
          <a:xfrm>
            <a:off x="4458739" y="675398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3740882-80EE-0D4B-1A12-9AB18EA150A4}"/>
              </a:ext>
            </a:extLst>
          </p:cNvPr>
          <p:cNvSpPr/>
          <p:nvPr/>
        </p:nvSpPr>
        <p:spPr>
          <a:xfrm>
            <a:off x="3483127" y="5542817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g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231BEC8-B963-1AB3-A534-C6D4C8B8AD73}"/>
              </a:ext>
            </a:extLst>
          </p:cNvPr>
          <p:cNvGrpSpPr/>
          <p:nvPr/>
        </p:nvGrpSpPr>
        <p:grpSpPr>
          <a:xfrm>
            <a:off x="7546397" y="5746657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7D60C50-25CF-DA72-64FC-0C2784F2396F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65298A0-F1FE-44F7-8E2D-BAD953166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Oval 176">
            <a:extLst>
              <a:ext uri="{FF2B5EF4-FFF2-40B4-BE49-F238E27FC236}">
                <a16:creationId xmlns:a16="http://schemas.microsoft.com/office/drawing/2014/main" id="{21C246AE-F925-B8B2-2C39-E884912CBB9A}"/>
              </a:ext>
            </a:extLst>
          </p:cNvPr>
          <p:cNvSpPr/>
          <p:nvPr/>
        </p:nvSpPr>
        <p:spPr>
          <a:xfrm>
            <a:off x="8832223" y="5870411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75609AD-1383-6411-BE01-EAB1AF8F43C6}"/>
              </a:ext>
            </a:extLst>
          </p:cNvPr>
          <p:cNvSpPr/>
          <p:nvPr/>
        </p:nvSpPr>
        <p:spPr>
          <a:xfrm>
            <a:off x="7887241" y="675497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E85BFA-2839-C562-C8DC-01212036F3D2}"/>
              </a:ext>
            </a:extLst>
          </p:cNvPr>
          <p:cNvSpPr/>
          <p:nvPr/>
        </p:nvSpPr>
        <p:spPr>
          <a:xfrm>
            <a:off x="8741949" y="675398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CD4B144-25BB-319F-2551-BF73B8BD2BC9}"/>
              </a:ext>
            </a:extLst>
          </p:cNvPr>
          <p:cNvSpPr/>
          <p:nvPr/>
        </p:nvSpPr>
        <p:spPr>
          <a:xfrm>
            <a:off x="7766337" y="5542817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93D41B-EB09-890A-7840-38F185C04BAE}"/>
              </a:ext>
            </a:extLst>
          </p:cNvPr>
          <p:cNvGrpSpPr/>
          <p:nvPr/>
        </p:nvGrpSpPr>
        <p:grpSpPr>
          <a:xfrm>
            <a:off x="4513497" y="427143"/>
            <a:ext cx="4228452" cy="1381444"/>
            <a:chOff x="5061855" y="1549270"/>
            <a:chExt cx="3252840" cy="97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4464B1-44ED-FDEA-406B-D5026861C29B}"/>
                </a:ext>
              </a:extLst>
            </p:cNvPr>
            <p:cNvSpPr/>
            <p:nvPr/>
          </p:nvSpPr>
          <p:spPr>
            <a:xfrm flipV="1">
              <a:off x="5061855" y="1549270"/>
              <a:ext cx="3252840" cy="979889"/>
            </a:xfrm>
            <a:prstGeom prst="rect">
              <a:avLst/>
            </a:prstGeom>
            <a:solidFill>
              <a:srgbClr val="CC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2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619BA2-055C-F01C-AA9C-1BF6819BD861}"/>
                </a:ext>
              </a:extLst>
            </p:cNvPr>
            <p:cNvSpPr/>
            <p:nvPr/>
          </p:nvSpPr>
          <p:spPr>
            <a:xfrm>
              <a:off x="5119810" y="1601831"/>
              <a:ext cx="3120730" cy="898238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0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60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gaø</a:t>
              </a:r>
              <a:endParaRPr lang="en-US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pic>
        <p:nvPicPr>
          <p:cNvPr id="6" name="Ghi tiêu chuẩn 9">
            <a:hlinkClick r:id="" action="ppaction://media"/>
            <a:extLst>
              <a:ext uri="{FF2B5EF4-FFF2-40B4-BE49-F238E27FC236}">
                <a16:creationId xmlns:a16="http://schemas.microsoft.com/office/drawing/2014/main" id="{F04A9DEC-78DF-A920-3AF0-6CC251E49C7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69" end="1505.12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381443" y="11579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1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46"/>
                            </p:stCondLst>
                            <p:childTnLst>
                              <p:par>
                                <p:cTn id="1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7143E-6 -1.37566E-6 L 0.07329 -0.10218 " pathEditMode="relative" rAng="0" ptsTypes="AA">
                                      <p:cBhvr>
                                        <p:cTn id="43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4127E-6 -1.37566E-6 L 0.07329 -0.10218 " pathEditMode="relative" rAng="0" ptsTypes="AA">
                                      <p:cBhvr>
                                        <p:cTn id="442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37566E-6 L 0.07329 -0.10218 " pathEditMode="relative" rAng="0" ptsTypes="AA">
                                      <p:cBhvr>
                                        <p:cTn id="453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7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7143E-7 1.53439E-6 L 0.07329 -0.10218 " pathEditMode="relative" rAng="0" ptsTypes="AA">
                                      <p:cBhvr>
                                        <p:cTn id="464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53439E-6 L 0.07329 -0.10218 " pathEditMode="relative" rAng="0" ptsTypes="AA">
                                      <p:cBhvr>
                                        <p:cTn id="475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audio>
              <p:cMediaNode vol="80000">
                <p:cTn id="4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animBg="1"/>
      <p:bldP spid="87" grpId="0"/>
      <p:bldP spid="87" grpId="1"/>
      <p:bldP spid="89" grpId="0"/>
      <p:bldP spid="89" grpId="1"/>
      <p:bldP spid="90" grpId="0"/>
      <p:bldP spid="156" grpId="0" animBg="1"/>
      <p:bldP spid="160" grpId="0"/>
      <p:bldP spid="160" grpId="1"/>
      <p:bldP spid="161" grpId="0"/>
      <p:bldP spid="161" grpId="1"/>
      <p:bldP spid="162" grpId="0"/>
      <p:bldP spid="163" grpId="0" animBg="1"/>
      <p:bldP spid="167" grpId="0"/>
      <p:bldP spid="167" grpId="1"/>
      <p:bldP spid="168" grpId="0"/>
      <p:bldP spid="168" grpId="1"/>
      <p:bldP spid="169" grpId="0"/>
      <p:bldP spid="170" grpId="0" animBg="1"/>
      <p:bldP spid="174" grpId="0"/>
      <p:bldP spid="174" grpId="1"/>
      <p:bldP spid="175" grpId="0"/>
      <p:bldP spid="175" grpId="1"/>
      <p:bldP spid="176" grpId="0"/>
      <p:bldP spid="177" grpId="0" animBg="1"/>
      <p:bldP spid="181" grpId="0"/>
      <p:bldP spid="181" grpId="1"/>
      <p:bldP spid="182" grpId="0"/>
      <p:bldP spid="182" grpId="1"/>
      <p:bldP spid="1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549985D7-2AAB-9BF8-6FCB-77D79C9CA955}"/>
              </a:ext>
            </a:extLst>
          </p:cNvPr>
          <p:cNvCxnSpPr>
            <a:cxnSpLocks/>
          </p:cNvCxnSpPr>
          <p:nvPr/>
        </p:nvCxnSpPr>
        <p:spPr>
          <a:xfrm>
            <a:off x="1963791" y="3174101"/>
            <a:ext cx="1" cy="298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48F75B6-3C4E-C478-80EE-8BF43E476131}"/>
              </a:ext>
            </a:extLst>
          </p:cNvPr>
          <p:cNvGrpSpPr/>
          <p:nvPr/>
        </p:nvGrpSpPr>
        <p:grpSpPr>
          <a:xfrm>
            <a:off x="589930" y="3393473"/>
            <a:ext cx="2705106" cy="2199349"/>
            <a:chOff x="498555" y="2022262"/>
            <a:chExt cx="2032072" cy="1318798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9FF20F9C-B472-22BC-04BA-61494AB56E7D}"/>
                </a:ext>
              </a:extLst>
            </p:cNvPr>
            <p:cNvGrpSpPr/>
            <p:nvPr/>
          </p:nvGrpSpPr>
          <p:grpSpPr>
            <a:xfrm>
              <a:off x="498555" y="2084474"/>
              <a:ext cx="2032072" cy="1256586"/>
              <a:chOff x="242874" y="2191924"/>
              <a:chExt cx="2336306" cy="998174"/>
            </a:xfrm>
            <a:noFill/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95E9066-8350-9CAE-73E4-64E8CDD7010D}"/>
                  </a:ext>
                </a:extLst>
              </p:cNvPr>
              <p:cNvSpPr/>
              <p:nvPr/>
            </p:nvSpPr>
            <p:spPr>
              <a:xfrm>
                <a:off x="247109" y="2191924"/>
                <a:ext cx="2332071" cy="998174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4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85310ADC-CA9A-178C-EA8F-A04A12D9A2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393" y="2566022"/>
                <a:ext cx="170255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DE07D9AE-16B6-942C-5A95-42BCF2F829A4}"/>
                  </a:ext>
                </a:extLst>
              </p:cNvPr>
              <p:cNvCxnSpPr/>
              <p:nvPr/>
            </p:nvCxnSpPr>
            <p:spPr>
              <a:xfrm>
                <a:off x="245327" y="256602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57B3C3F7-0198-B435-008C-1A57C16BE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8741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A8897817-05E6-0E12-41D2-31125CE8DE6F}"/>
                  </a:ext>
                </a:extLst>
              </p:cNvPr>
              <p:cNvCxnSpPr/>
              <p:nvPr/>
            </p:nvCxnSpPr>
            <p:spPr>
              <a:xfrm>
                <a:off x="242874" y="278161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43416B5A-F7C1-76B9-FDD1-30A62FE7E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6497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5E592827-A559-62C6-6DAD-6DA571E82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5983" y="2560848"/>
                <a:ext cx="0" cy="203571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51F2BE6B-DC19-4E28-9D4B-DECE889FB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7059" y="2566022"/>
                <a:ext cx="147699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A686A1C8-CCED-E505-7C61-D48CFE5E3BD2}"/>
                </a:ext>
              </a:extLst>
            </p:cNvPr>
            <p:cNvGrpSpPr/>
            <p:nvPr/>
          </p:nvGrpSpPr>
          <p:grpSpPr>
            <a:xfrm>
              <a:off x="577330" y="2022262"/>
              <a:ext cx="1660446" cy="1304231"/>
              <a:chOff x="577330" y="2022262"/>
              <a:chExt cx="1660446" cy="1304231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F2A0ACA9-717A-6A1E-9F39-EB59578581BA}"/>
                  </a:ext>
                </a:extLst>
              </p:cNvPr>
              <p:cNvSpPr/>
              <p:nvPr/>
            </p:nvSpPr>
            <p:spPr>
              <a:xfrm>
                <a:off x="1259099" y="2022262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44A887CC-8C2C-1A17-0B7D-AE4ABA4B9930}"/>
                  </a:ext>
                </a:extLst>
              </p:cNvPr>
              <p:cNvSpPr/>
              <p:nvPr/>
            </p:nvSpPr>
            <p:spPr>
              <a:xfrm>
                <a:off x="577330" y="2765628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044B962A-014C-38E6-79C6-43D1A7C130F5}"/>
                  </a:ext>
                </a:extLst>
              </p:cNvPr>
              <p:cNvSpPr/>
              <p:nvPr/>
            </p:nvSpPr>
            <p:spPr>
              <a:xfrm>
                <a:off x="1982284" y="2734859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</p:grp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5E31A4F3-F4AC-2F9F-6B1E-F85147F88EC6}"/>
              </a:ext>
            </a:extLst>
          </p:cNvPr>
          <p:cNvCxnSpPr>
            <a:cxnSpLocks/>
          </p:cNvCxnSpPr>
          <p:nvPr/>
        </p:nvCxnSpPr>
        <p:spPr>
          <a:xfrm>
            <a:off x="3118496" y="2038332"/>
            <a:ext cx="126935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DFB442CF-372B-80D3-E613-BDB7BA8789AA}"/>
              </a:ext>
            </a:extLst>
          </p:cNvPr>
          <p:cNvGrpSpPr/>
          <p:nvPr/>
        </p:nvGrpSpPr>
        <p:grpSpPr>
          <a:xfrm>
            <a:off x="6559712" y="4646464"/>
            <a:ext cx="3291869" cy="1408886"/>
            <a:chOff x="6581485" y="1455578"/>
            <a:chExt cx="2577881" cy="1169234"/>
          </a:xfrm>
          <a:solidFill>
            <a:srgbClr val="CCFFFF"/>
          </a:solidFill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9A7D9DC-D18C-8075-5092-C685ACF754A8}"/>
                </a:ext>
              </a:extLst>
            </p:cNvPr>
            <p:cNvSpPr/>
            <p:nvPr/>
          </p:nvSpPr>
          <p:spPr>
            <a:xfrm flipV="1">
              <a:off x="6581485" y="1455578"/>
              <a:ext cx="2577881" cy="1169234"/>
            </a:xfrm>
            <a:prstGeom prst="rect">
              <a:avLst/>
            </a:prstGeom>
            <a:solidFill>
              <a:srgbClr val="FFD9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786621C5-2728-8FCC-8A44-F5F4E4626A61}"/>
                </a:ext>
              </a:extLst>
            </p:cNvPr>
            <p:cNvSpPr/>
            <p:nvPr/>
          </p:nvSpPr>
          <p:spPr>
            <a:xfrm>
              <a:off x="6690893" y="1559855"/>
              <a:ext cx="2468472" cy="638559"/>
            </a:xfrm>
            <a:prstGeom prst="rect">
              <a:avLst/>
            </a:prstGeom>
            <a:solidFill>
              <a:srgbClr val="FFD9FF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 </a:t>
              </a:r>
              <a:r>
                <a:rPr lang="en-US" sz="4400" b="1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..</a:t>
              </a:r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 o </a:t>
              </a:r>
              <a:r>
                <a:rPr lang="en-US" sz="4400" b="1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..</a:t>
              </a:r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g</a:t>
              </a: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FFDF54A-F4E3-11AA-2768-B2978ED6FA0A}"/>
              </a:ext>
            </a:extLst>
          </p:cNvPr>
          <p:cNvGrpSpPr/>
          <p:nvPr/>
        </p:nvGrpSpPr>
        <p:grpSpPr>
          <a:xfrm>
            <a:off x="9964163" y="1247092"/>
            <a:ext cx="1539632" cy="1349179"/>
            <a:chOff x="3538284" y="231370"/>
            <a:chExt cx="1824216" cy="2877375"/>
          </a:xfrm>
          <a:solidFill>
            <a:srgbClr val="FEFFEF"/>
          </a:solidFill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8F28D2C8-B8EB-9E7F-CCF2-3EDDB5ABE31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8D21AE5D-E2AA-B9AA-3FD5-D86D630A4B3D}"/>
                </a:ext>
              </a:extLst>
            </p:cNvPr>
            <p:cNvSpPr/>
            <p:nvPr/>
          </p:nvSpPr>
          <p:spPr>
            <a:xfrm>
              <a:off x="4260478" y="650747"/>
              <a:ext cx="206203" cy="1005681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endParaRPr lang="en-US" sz="8800" b="1">
                <a:ln/>
                <a:solidFill>
                  <a:schemeClr val="accent4"/>
                </a:solidFill>
              </a:endParaRPr>
            </a:p>
          </p:txBody>
        </p:sp>
      </p:grp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9A7D9DC-D18C-8075-5092-C685ACF754A8}"/>
              </a:ext>
            </a:extLst>
          </p:cNvPr>
          <p:cNvSpPr/>
          <p:nvPr/>
        </p:nvSpPr>
        <p:spPr>
          <a:xfrm flipV="1">
            <a:off x="5155129" y="7070363"/>
            <a:ext cx="2558610" cy="1408886"/>
          </a:xfrm>
          <a:prstGeom prst="rect">
            <a:avLst/>
          </a:prstGeom>
          <a:solidFill>
            <a:srgbClr val="FFD9FF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5E31A4F3-F4AC-2F9F-6B1E-F85147F88EC6}"/>
              </a:ext>
            </a:extLst>
          </p:cNvPr>
          <p:cNvCxnSpPr>
            <a:cxnSpLocks/>
          </p:cNvCxnSpPr>
          <p:nvPr/>
        </p:nvCxnSpPr>
        <p:spPr>
          <a:xfrm>
            <a:off x="8298491" y="2036443"/>
            <a:ext cx="126935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5061855" y="1549270"/>
            <a:ext cx="3252840" cy="979889"/>
            <a:chOff x="5061855" y="1549270"/>
            <a:chExt cx="3252840" cy="979889"/>
          </a:xfrm>
          <a:solidFill>
            <a:srgbClr val="FFD9FF"/>
          </a:solidFill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ED86C73-D87C-ABAF-E148-6F3803431DA3}"/>
                </a:ext>
              </a:extLst>
            </p:cNvPr>
            <p:cNvSpPr/>
            <p:nvPr/>
          </p:nvSpPr>
          <p:spPr>
            <a:xfrm flipV="1">
              <a:off x="5061855" y="1549270"/>
              <a:ext cx="3252840" cy="97988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20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B34E083-F2BB-3853-4BE0-D2E7ECBC72A8}"/>
                </a:ext>
              </a:extLst>
            </p:cNvPr>
            <p:cNvSpPr/>
            <p:nvPr/>
          </p:nvSpPr>
          <p:spPr>
            <a:xfrm>
              <a:off x="5119810" y="1651723"/>
              <a:ext cx="3120730" cy="769441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ong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sp>
        <p:nvSpPr>
          <p:cNvPr id="277" name="Rectangle 276">
            <a:extLst>
              <a:ext uri="{FF2B5EF4-FFF2-40B4-BE49-F238E27FC236}">
                <a16:creationId xmlns:a16="http://schemas.microsoft.com/office/drawing/2014/main" id="{4B34E083-F2BB-3853-4BE0-D2E7ECBC72A8}"/>
              </a:ext>
            </a:extLst>
          </p:cNvPr>
          <p:cNvSpPr/>
          <p:nvPr/>
        </p:nvSpPr>
        <p:spPr>
          <a:xfrm>
            <a:off x="5673013" y="7362766"/>
            <a:ext cx="484456" cy="769441"/>
          </a:xfrm>
          <a:prstGeom prst="rect">
            <a:avLst/>
          </a:prstGeom>
          <a:solidFill>
            <a:srgbClr val="FFD9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90093" y="3528092"/>
            <a:ext cx="2676821" cy="7545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70398" y="5726450"/>
            <a:ext cx="3586785" cy="1371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1" name="Group 270"/>
          <p:cNvGrpSpPr/>
          <p:nvPr/>
        </p:nvGrpSpPr>
        <p:grpSpPr>
          <a:xfrm>
            <a:off x="582331" y="474851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72" name="Rectangle 271"/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1676805" y="5839953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2849606" y="5839405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498426" y="5830617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02854" y="729520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51" name="Rectangle 250"/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617700" y="8279075"/>
            <a:ext cx="2692182" cy="851208"/>
            <a:chOff x="4645085" y="6490417"/>
            <a:chExt cx="2692182" cy="851208"/>
          </a:xfrm>
          <a:solidFill>
            <a:srgbClr val="FEFFEF"/>
          </a:solidFill>
        </p:grpSpPr>
        <p:sp>
          <p:nvSpPr>
            <p:cNvPr id="256" name="Rectangle 255"/>
            <p:cNvSpPr/>
            <p:nvPr/>
          </p:nvSpPr>
          <p:spPr>
            <a:xfrm>
              <a:off x="464508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2F902DA-DAD8-4FA0-380A-943DE340BC73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sp>
        <p:nvSpPr>
          <p:cNvPr id="279" name="Rectangle 278">
            <a:extLst>
              <a:ext uri="{FF2B5EF4-FFF2-40B4-BE49-F238E27FC236}">
                <a16:creationId xmlns:a16="http://schemas.microsoft.com/office/drawing/2014/main" id="{4B34E083-F2BB-3853-4BE0-D2E7ECBC72A8}"/>
              </a:ext>
            </a:extLst>
          </p:cNvPr>
          <p:cNvSpPr/>
          <p:nvPr/>
        </p:nvSpPr>
        <p:spPr>
          <a:xfrm>
            <a:off x="6699423" y="7362765"/>
            <a:ext cx="484456" cy="769441"/>
          </a:xfrm>
          <a:prstGeom prst="rect">
            <a:avLst/>
          </a:prstGeom>
          <a:solidFill>
            <a:srgbClr val="FFD9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m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9530709" y="2667855"/>
            <a:ext cx="2413641" cy="880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9851581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10788938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58F5FF6-0167-831C-43ED-6984B3CB2C8F}"/>
              </a:ext>
            </a:extLst>
          </p:cNvPr>
          <p:cNvSpPr/>
          <p:nvPr/>
        </p:nvSpPr>
        <p:spPr>
          <a:xfrm>
            <a:off x="924808" y="958543"/>
            <a:ext cx="2208209" cy="2208209"/>
          </a:xfrm>
          <a:prstGeom prst="rect">
            <a:avLst/>
          </a:prstGeom>
          <a:solidFill>
            <a:srgbClr val="FFD9FF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E648A0B-7245-7D71-CED7-2262E6BDA3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3336" y="958098"/>
            <a:ext cx="1040454" cy="84243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D1B1298-5DD6-F815-E7D2-C747124158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13990" flipH="1">
            <a:off x="1831020" y="900795"/>
            <a:ext cx="1378499" cy="111614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FC25128-190A-08E3-C9AC-B1466EEB7B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181" y="1650563"/>
            <a:ext cx="1045539" cy="84655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4A74D6E-E4A0-6334-58F8-E06E1FC58C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15147">
            <a:off x="890398" y="2193136"/>
            <a:ext cx="1313305" cy="106335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7D4A3D8-8A0A-93C5-EEC5-BEF52F8F79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52027" flipH="1">
            <a:off x="2011327" y="2060302"/>
            <a:ext cx="1159143" cy="9385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0EF9F42-AAE0-FEFD-CD82-618EBBE67F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19" b="91563" l="10000" r="90000">
                        <a14:foregroundMark x1="46172" y1="9609" x2="46172" y2="9609"/>
                        <a14:foregroundMark x1="90156" y1="43750" x2="90156" y2="43750"/>
                        <a14:foregroundMark x1="17813" y1="91563" x2="17813" y2="91563"/>
                        <a14:foregroundMark x1="44063" y1="9219" x2="44063" y2="9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286010">
            <a:off x="1656699" y="1528442"/>
            <a:ext cx="1105059" cy="894744"/>
          </a:xfrm>
          <a:prstGeom prst="rect">
            <a:avLst/>
          </a:prstGeom>
        </p:spPr>
      </p:pic>
      <p:pic>
        <p:nvPicPr>
          <p:cNvPr id="2" name="Ghi tiêu chuẩn 10">
            <a:hlinkClick r:id="" action="ppaction://media"/>
            <a:extLst>
              <a:ext uri="{FF2B5EF4-FFF2-40B4-BE49-F238E27FC236}">
                <a16:creationId xmlns:a16="http://schemas.microsoft.com/office/drawing/2014/main" id="{5110142C-E7CF-3520-8116-5CF79C77B5C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13" end="1794.15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791750" y="2363055"/>
            <a:ext cx="609600" cy="60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2A6843-E523-C6E3-2532-628DC84EDA90}"/>
              </a:ext>
            </a:extLst>
          </p:cNvPr>
          <p:cNvSpPr/>
          <p:nvPr/>
        </p:nvSpPr>
        <p:spPr>
          <a:xfrm flipV="1">
            <a:off x="8672689" y="7070363"/>
            <a:ext cx="2558610" cy="1408886"/>
          </a:xfrm>
          <a:prstGeom prst="rect">
            <a:avLst/>
          </a:prstGeom>
          <a:solidFill>
            <a:srgbClr val="FFD9FF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9722B-2CE1-EBD4-00F0-7589D1D9E906}"/>
              </a:ext>
            </a:extLst>
          </p:cNvPr>
          <p:cNvSpPr/>
          <p:nvPr/>
        </p:nvSpPr>
        <p:spPr>
          <a:xfrm>
            <a:off x="9190573" y="7362766"/>
            <a:ext cx="340136" cy="769441"/>
          </a:xfrm>
          <a:prstGeom prst="rect">
            <a:avLst/>
          </a:prstGeom>
          <a:solidFill>
            <a:srgbClr val="FFD9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5FADE-915D-AAA1-331B-AD8AF2322971}"/>
              </a:ext>
            </a:extLst>
          </p:cNvPr>
          <p:cNvSpPr/>
          <p:nvPr/>
        </p:nvSpPr>
        <p:spPr>
          <a:xfrm>
            <a:off x="10216983" y="7362765"/>
            <a:ext cx="356709" cy="769441"/>
          </a:xfrm>
          <a:prstGeom prst="rect">
            <a:avLst/>
          </a:prstGeom>
          <a:solidFill>
            <a:srgbClr val="FFD9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i</a:t>
            </a:r>
            <a:endParaRPr lang="en-US" sz="4400" b="1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VNI-A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5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0.08569 -0.2650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8" y="-132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3.84921E-6 0.0001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0.09796 -0.2658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8" y="-132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1.90476E-6 0.00017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-0.00174 -0.37103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18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4.28571E-6 -1.5873E-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9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7" dur="25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254E-6 -3.38624E-6 L -0.0382 -0.12004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-600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9841E-6 0.00016 L 0.07986 -0.27166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135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9841E-6 1.69312E-6 L -2.69841E-6 0.00016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6 0.00016 L -0.10553 -0.27811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83" y="-139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6 1.69312E-6 L -3.96825E-6 0.00016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8 -2.6455E-7 L -0.00508 -0.26604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1331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4603E-6 2.53968E-6 L -0.00297 -0.2624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" y="-1312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206E-6 -3.38624E-6 L 0.03497 -0.12434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9" y="-62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206E-6 -3.38624E-6 L -1.42857E-6 7.40741E-7 " pathEditMode="relative" rAng="0" ptsTypes="AA">
                                      <p:cBhvr>
                                        <p:cTn id="168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-9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3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3 -0.00116 L 0.15997 -0.27166 " pathEditMode="relative" rAng="0" ptsTypes="AA">
                                      <p:cBhvr>
                                        <p:cTn id="173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1" y="-1352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7"/>
                  </p:tgtEl>
                </p:cond>
              </p:nextCondLst>
            </p:seq>
            <p:audio>
              <p:cMediaNode vol="80000">
                <p:cTn id="1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93651E-7 1.69312E-6 L -0.03038 -0.2672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5" y="-133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86" grpId="0" animBg="1"/>
      <p:bldP spid="277" grpId="0" animBg="1"/>
      <p:bldP spid="277" grpId="1" animBg="1"/>
      <p:bldP spid="211" grpId="0"/>
      <p:bldP spid="249" grpId="0"/>
      <p:bldP spid="249" grpId="1"/>
      <p:bldP spid="248" grpId="0"/>
      <p:bldP spid="248" grpId="1"/>
      <p:bldP spid="279" grpId="0" animBg="1"/>
      <p:bldP spid="279" grpId="1" animBg="1"/>
      <p:bldP spid="279" grpId="2" animBg="1"/>
      <p:bldP spid="281" grpId="0" animBg="1"/>
      <p:bldP spid="283" grpId="0"/>
      <p:bldP spid="283" grpId="1"/>
      <p:bldP spid="283" grpId="2"/>
      <p:bldP spid="284" grpId="0"/>
      <p:bldP spid="284" grpId="1"/>
      <p:bldP spid="3" grpId="0" animBg="1"/>
      <p:bldP spid="4" grpId="0" animBg="1"/>
      <p:bldP spid="4" grpId="1" animBg="1"/>
      <p:bldP spid="5" grpId="0" animBg="1"/>
      <p:bldP spid="5" grpId="1" animBg="1"/>
      <p:bldP spid="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0FADBB0A-2B6F-46C8-4FE2-42944F84219C}"/>
              </a:ext>
            </a:extLst>
          </p:cNvPr>
          <p:cNvGrpSpPr/>
          <p:nvPr/>
        </p:nvGrpSpPr>
        <p:grpSpPr>
          <a:xfrm>
            <a:off x="3526686" y="2355887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0261944-F97A-F901-B9EE-BC7C7B19583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7A75D08-7267-DDBA-CD40-19BF3FF87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/>
          <p:cNvSpPr/>
          <p:nvPr/>
        </p:nvSpPr>
        <p:spPr>
          <a:xfrm>
            <a:off x="4812512" y="2479641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FB442CF-372B-80D3-E613-BDB7BA8789AA}"/>
              </a:ext>
            </a:extLst>
          </p:cNvPr>
          <p:cNvGrpSpPr/>
          <p:nvPr/>
        </p:nvGrpSpPr>
        <p:grpSpPr>
          <a:xfrm>
            <a:off x="4862040" y="480916"/>
            <a:ext cx="3291869" cy="1408886"/>
            <a:chOff x="6581485" y="1455578"/>
            <a:chExt cx="2577881" cy="1169234"/>
          </a:xfrm>
          <a:solidFill>
            <a:srgbClr val="FFD9FF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9A7D9DC-D18C-8075-5092-C685ACF754A8}"/>
                </a:ext>
              </a:extLst>
            </p:cNvPr>
            <p:cNvSpPr/>
            <p:nvPr/>
          </p:nvSpPr>
          <p:spPr>
            <a:xfrm flipV="1">
              <a:off x="6581485" y="1455578"/>
              <a:ext cx="2577881" cy="1169234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86621C5-2728-8FCC-8A44-F5F4E4626A61}"/>
                </a:ext>
              </a:extLst>
            </p:cNvPr>
            <p:cNvSpPr/>
            <p:nvPr/>
          </p:nvSpPr>
          <p:spPr>
            <a:xfrm>
              <a:off x="6717919" y="1559855"/>
              <a:ext cx="2354780" cy="638559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ong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3867530" y="336420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4722238" y="336321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86621C5-2728-8FCC-8A44-F5F4E4626A61}"/>
              </a:ext>
            </a:extLst>
          </p:cNvPr>
          <p:cNvSpPr/>
          <p:nvPr/>
        </p:nvSpPr>
        <p:spPr>
          <a:xfrm>
            <a:off x="3746626" y="2152047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c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FADBB0A-2B6F-46C8-4FE2-42944F84219C}"/>
              </a:ext>
            </a:extLst>
          </p:cNvPr>
          <p:cNvGrpSpPr/>
          <p:nvPr/>
        </p:nvGrpSpPr>
        <p:grpSpPr>
          <a:xfrm>
            <a:off x="7456122" y="2355887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80261944-F97A-F901-B9EE-BC7C7B19583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7A75D08-7267-DDBA-CD40-19BF3FF87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Oval 155"/>
          <p:cNvSpPr/>
          <p:nvPr/>
        </p:nvSpPr>
        <p:spPr>
          <a:xfrm>
            <a:off x="8741948" y="2479641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7796966" y="336420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8651674" y="3363212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86621C5-2728-8FCC-8A44-F5F4E4626A61}"/>
              </a:ext>
            </a:extLst>
          </p:cNvPr>
          <p:cNvSpPr/>
          <p:nvPr/>
        </p:nvSpPr>
        <p:spPr>
          <a:xfrm>
            <a:off x="7676062" y="2152047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o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FADBB0A-2B6F-46C8-4FE2-42944F84219C}"/>
              </a:ext>
            </a:extLst>
          </p:cNvPr>
          <p:cNvGrpSpPr/>
          <p:nvPr/>
        </p:nvGrpSpPr>
        <p:grpSpPr>
          <a:xfrm>
            <a:off x="7477926" y="5351152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0261944-F97A-F901-B9EE-BC7C7B19583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87A75D08-7267-DDBA-CD40-19BF3FF87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Oval 176"/>
          <p:cNvSpPr/>
          <p:nvPr/>
        </p:nvSpPr>
        <p:spPr>
          <a:xfrm>
            <a:off x="8763752" y="5474906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7818770" y="635946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8673478" y="635847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86621C5-2728-8FCC-8A44-F5F4E4626A61}"/>
              </a:ext>
            </a:extLst>
          </p:cNvPr>
          <p:cNvSpPr/>
          <p:nvPr/>
        </p:nvSpPr>
        <p:spPr>
          <a:xfrm>
            <a:off x="7697866" y="5147312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ADBB0A-2B6F-46C8-4FE2-42944F84219C}"/>
              </a:ext>
            </a:extLst>
          </p:cNvPr>
          <p:cNvGrpSpPr/>
          <p:nvPr/>
        </p:nvGrpSpPr>
        <p:grpSpPr>
          <a:xfrm>
            <a:off x="3526686" y="5351152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261944-F97A-F901-B9EE-BC7C7B19583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7A75D08-7267-DDBA-CD40-19BF3FF87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/>
          <p:cNvSpPr/>
          <p:nvPr/>
        </p:nvSpPr>
        <p:spPr>
          <a:xfrm>
            <a:off x="4812512" y="5474906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3867530" y="635946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F902DA-DAD8-4FA0-380A-943DE340BC73}"/>
              </a:ext>
            </a:extLst>
          </p:cNvPr>
          <p:cNvSpPr/>
          <p:nvPr/>
        </p:nvSpPr>
        <p:spPr>
          <a:xfrm>
            <a:off x="4722238" y="635847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6621C5-2728-8FCC-8A44-F5F4E4626A61}"/>
              </a:ext>
            </a:extLst>
          </p:cNvPr>
          <p:cNvSpPr/>
          <p:nvPr/>
        </p:nvSpPr>
        <p:spPr>
          <a:xfrm>
            <a:off x="3746626" y="5147312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pic>
        <p:nvPicPr>
          <p:cNvPr id="10" name="Ghi tiêu chuẩn 10">
            <a:hlinkClick r:id="" action="ppaction://media"/>
            <a:extLst>
              <a:ext uri="{FF2B5EF4-FFF2-40B4-BE49-F238E27FC236}">
                <a16:creationId xmlns:a16="http://schemas.microsoft.com/office/drawing/2014/main" id="{B7DDD871-DC5B-534B-6B8D-F5F79EA03BC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13" end="1794.1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791750" y="236305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6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0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6"/>
                            </p:stCondLst>
                            <p:childTnLst>
                              <p:par>
                                <p:cTn id="14" presetID="26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6032E-6 -3.86243E-6 L 0.07329 -0.10218 " pathEditMode="relative" rAng="0" ptsTypes="AA">
                                      <p:cBhvr>
                                        <p:cTn id="338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0317E-6 -3.86243E-6 L 0.07329 -0.10218 " pathEditMode="relative" rAng="0" ptsTypes="AA">
                                      <p:cBhvr>
                                        <p:cTn id="349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14286E-7 -2.48677E-6 L 0.07329 -0.10218 " pathEditMode="relative" rAng="0" ptsTypes="AA">
                                      <p:cBhvr>
                                        <p:cTn id="360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6032E-6 -2.48677E-6 L 0.07329 -0.10218 " pathEditMode="relative" rAng="0" ptsTypes="AA">
                                      <p:cBhvr>
                                        <p:cTn id="3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37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3" grpId="0" animBg="1"/>
      <p:bldP spid="87" grpId="0"/>
      <p:bldP spid="87" grpId="1"/>
      <p:bldP spid="89" grpId="0"/>
      <p:bldP spid="89" grpId="1"/>
      <p:bldP spid="90" grpId="0"/>
      <p:bldP spid="156" grpId="0" animBg="1"/>
      <p:bldP spid="160" grpId="0"/>
      <p:bldP spid="160" grpId="1"/>
      <p:bldP spid="161" grpId="0"/>
      <p:bldP spid="161" grpId="1"/>
      <p:bldP spid="162" grpId="0"/>
      <p:bldP spid="177" grpId="0" animBg="1"/>
      <p:bldP spid="181" grpId="0"/>
      <p:bldP spid="181" grpId="1"/>
      <p:bldP spid="182" grpId="0"/>
      <p:bldP spid="182" grpId="1"/>
      <p:bldP spid="183" grpId="0"/>
      <p:bldP spid="2" grpId="0" animBg="1"/>
      <p:bldP spid="7" grpId="0"/>
      <p:bldP spid="7" grpId="1"/>
      <p:bldP spid="8" grpId="0"/>
      <p:bldP spid="8" grpId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B865F-17CA-4D2E-38FC-04CBA605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52D17700-6482-D16B-7CBF-48E0279C3A1A}"/>
              </a:ext>
            </a:extLst>
          </p:cNvPr>
          <p:cNvCxnSpPr>
            <a:cxnSpLocks/>
          </p:cNvCxnSpPr>
          <p:nvPr/>
        </p:nvCxnSpPr>
        <p:spPr>
          <a:xfrm>
            <a:off x="1963791" y="3174101"/>
            <a:ext cx="1" cy="298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A2284AD-4DB6-D50F-A454-A75BB81C103D}"/>
              </a:ext>
            </a:extLst>
          </p:cNvPr>
          <p:cNvGrpSpPr/>
          <p:nvPr/>
        </p:nvGrpSpPr>
        <p:grpSpPr>
          <a:xfrm>
            <a:off x="589930" y="3393473"/>
            <a:ext cx="2705106" cy="2199349"/>
            <a:chOff x="498555" y="2022262"/>
            <a:chExt cx="2032072" cy="1318798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5018132-9D7F-BC89-D721-14B8A4608DB9}"/>
                </a:ext>
              </a:extLst>
            </p:cNvPr>
            <p:cNvGrpSpPr/>
            <p:nvPr/>
          </p:nvGrpSpPr>
          <p:grpSpPr>
            <a:xfrm>
              <a:off x="498555" y="2084474"/>
              <a:ext cx="2032072" cy="1256586"/>
              <a:chOff x="242874" y="2191924"/>
              <a:chExt cx="2336306" cy="998174"/>
            </a:xfrm>
            <a:noFill/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2A1111C-3688-A3C3-AE32-10BB2414798F}"/>
                  </a:ext>
                </a:extLst>
              </p:cNvPr>
              <p:cNvSpPr/>
              <p:nvPr/>
            </p:nvSpPr>
            <p:spPr>
              <a:xfrm>
                <a:off x="247109" y="2191924"/>
                <a:ext cx="2332071" cy="998174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4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8ECD7C95-69C5-EBE7-BC63-14DF51C2B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393" y="2566022"/>
                <a:ext cx="170255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291BB242-F73D-7792-E0A1-5F9FD0F66D02}"/>
                  </a:ext>
                </a:extLst>
              </p:cNvPr>
              <p:cNvCxnSpPr/>
              <p:nvPr/>
            </p:nvCxnSpPr>
            <p:spPr>
              <a:xfrm>
                <a:off x="245327" y="256602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37A7B202-98D5-6556-4F39-5036B8625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8741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CF5028A3-7600-F46B-4201-BBE7B6AB214F}"/>
                  </a:ext>
                </a:extLst>
              </p:cNvPr>
              <p:cNvCxnSpPr/>
              <p:nvPr/>
            </p:nvCxnSpPr>
            <p:spPr>
              <a:xfrm>
                <a:off x="242874" y="2781612"/>
                <a:ext cx="231201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592E4EEA-F155-C84D-5E49-970A96B69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6497" y="2781612"/>
                <a:ext cx="0" cy="40848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30D6E291-EC06-C18E-4EB4-A925A3ED29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5983" y="2560848"/>
                <a:ext cx="0" cy="203571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0306059C-4FD3-A0CB-BD3B-BCC66443B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7059" y="2566022"/>
                <a:ext cx="147699" cy="197975"/>
              </a:xfrm>
              <a:prstGeom prst="straightConnector1">
                <a:avLst/>
              </a:prstGeom>
              <a:grpFill/>
              <a:ln w="28575"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673D27A0-8C0D-46E9-4DAA-42AB713D622C}"/>
                </a:ext>
              </a:extLst>
            </p:cNvPr>
            <p:cNvGrpSpPr/>
            <p:nvPr/>
          </p:nvGrpSpPr>
          <p:grpSpPr>
            <a:xfrm>
              <a:off x="577330" y="2022262"/>
              <a:ext cx="1660446" cy="1304231"/>
              <a:chOff x="577330" y="2022262"/>
              <a:chExt cx="1660446" cy="1304231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74B9923-6040-DC39-5495-A67BC4165625}"/>
                  </a:ext>
                </a:extLst>
              </p:cNvPr>
              <p:cNvSpPr/>
              <p:nvPr/>
            </p:nvSpPr>
            <p:spPr>
              <a:xfrm>
                <a:off x="1259099" y="2022262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D79C5144-C3CD-35D7-70B2-A94461AF7BE0}"/>
                  </a:ext>
                </a:extLst>
              </p:cNvPr>
              <p:cNvSpPr/>
              <p:nvPr/>
            </p:nvSpPr>
            <p:spPr>
              <a:xfrm>
                <a:off x="577330" y="2765628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81079AE2-9951-8C7A-FF50-64149635500C}"/>
                  </a:ext>
                </a:extLst>
              </p:cNvPr>
              <p:cNvSpPr/>
              <p:nvPr/>
            </p:nvSpPr>
            <p:spPr>
              <a:xfrm>
                <a:off x="1982284" y="2734859"/>
                <a:ext cx="255492" cy="5608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8800" b="1">
                  <a:ln/>
                  <a:solidFill>
                    <a:schemeClr val="accent4"/>
                  </a:solidFill>
                </a:endParaRPr>
              </a:p>
            </p:txBody>
          </p:sp>
        </p:grp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9F187F82-8327-D8C4-35AD-7CEA28C636D4}"/>
              </a:ext>
            </a:extLst>
          </p:cNvPr>
          <p:cNvCxnSpPr>
            <a:cxnSpLocks/>
          </p:cNvCxnSpPr>
          <p:nvPr/>
        </p:nvCxnSpPr>
        <p:spPr>
          <a:xfrm>
            <a:off x="4267200" y="2033071"/>
            <a:ext cx="7768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4121590-8BC2-041E-E0A8-E37BF57644C0}"/>
              </a:ext>
            </a:extLst>
          </p:cNvPr>
          <p:cNvGrpSpPr/>
          <p:nvPr/>
        </p:nvGrpSpPr>
        <p:grpSpPr>
          <a:xfrm>
            <a:off x="6559712" y="4646464"/>
            <a:ext cx="3291869" cy="1408886"/>
            <a:chOff x="6581485" y="1455578"/>
            <a:chExt cx="2577881" cy="1169234"/>
          </a:xfrm>
          <a:solidFill>
            <a:srgbClr val="FFFF99"/>
          </a:solidFill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10A3943-7987-1FA3-F3A6-A36A2795A5B0}"/>
                </a:ext>
              </a:extLst>
            </p:cNvPr>
            <p:cNvSpPr/>
            <p:nvPr/>
          </p:nvSpPr>
          <p:spPr>
            <a:xfrm flipV="1">
              <a:off x="6581485" y="1455578"/>
              <a:ext cx="2577881" cy="1169234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F2D102E-509F-A775-E4B5-ABD0B5C2E9B9}"/>
                </a:ext>
              </a:extLst>
            </p:cNvPr>
            <p:cNvSpPr/>
            <p:nvPr/>
          </p:nvSpPr>
          <p:spPr>
            <a:xfrm>
              <a:off x="6690893" y="1559855"/>
              <a:ext cx="2468472" cy="638559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 </a:t>
              </a:r>
              <a:r>
                <a:rPr lang="en-US" sz="4400" b="1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..</a:t>
              </a:r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 t </a:t>
              </a:r>
              <a:r>
                <a:rPr lang="en-US" sz="4400" b="1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..</a:t>
              </a:r>
              <a:r>
                <a:rPr lang="en-US" sz="4400" b="1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oû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6453719-119C-B5BC-EEF4-DB228410065F}"/>
              </a:ext>
            </a:extLst>
          </p:cNvPr>
          <p:cNvGrpSpPr/>
          <p:nvPr/>
        </p:nvGrpSpPr>
        <p:grpSpPr>
          <a:xfrm>
            <a:off x="9964163" y="1247092"/>
            <a:ext cx="1539632" cy="1349179"/>
            <a:chOff x="3538284" y="231370"/>
            <a:chExt cx="1824216" cy="2877375"/>
          </a:xfrm>
          <a:solidFill>
            <a:srgbClr val="FEFFEF"/>
          </a:solidFill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09873364-97B6-E92D-42C7-84DE7B3CAFB5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373AC3B9-BCE7-EDEB-092E-5838ADF9558D}"/>
                </a:ext>
              </a:extLst>
            </p:cNvPr>
            <p:cNvSpPr/>
            <p:nvPr/>
          </p:nvSpPr>
          <p:spPr>
            <a:xfrm>
              <a:off x="4260478" y="446011"/>
              <a:ext cx="255032" cy="1210417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endParaRPr lang="en-US" sz="8800" b="1">
                <a:ln/>
                <a:solidFill>
                  <a:schemeClr val="accent4"/>
                </a:solidFill>
              </a:endParaRPr>
            </a:p>
          </p:txBody>
        </p:sp>
      </p:grpSp>
      <p:sp>
        <p:nvSpPr>
          <p:cNvPr id="286" name="Rectangle 285">
            <a:extLst>
              <a:ext uri="{FF2B5EF4-FFF2-40B4-BE49-F238E27FC236}">
                <a16:creationId xmlns:a16="http://schemas.microsoft.com/office/drawing/2014/main" id="{DD787745-4E00-1CBC-5776-F04D7196B597}"/>
              </a:ext>
            </a:extLst>
          </p:cNvPr>
          <p:cNvSpPr/>
          <p:nvPr/>
        </p:nvSpPr>
        <p:spPr>
          <a:xfrm flipV="1">
            <a:off x="5155129" y="7070363"/>
            <a:ext cx="2558610" cy="140888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430E73C8-113B-5CEA-F084-DC5B47555925}"/>
              </a:ext>
            </a:extLst>
          </p:cNvPr>
          <p:cNvCxnSpPr>
            <a:cxnSpLocks/>
          </p:cNvCxnSpPr>
          <p:nvPr/>
        </p:nvCxnSpPr>
        <p:spPr>
          <a:xfrm>
            <a:off x="8298491" y="2036443"/>
            <a:ext cx="126935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92C3CD-B8F3-B1A5-2BCE-412678902536}"/>
              </a:ext>
            </a:extLst>
          </p:cNvPr>
          <p:cNvGrpSpPr/>
          <p:nvPr/>
        </p:nvGrpSpPr>
        <p:grpSpPr>
          <a:xfrm>
            <a:off x="5061855" y="1549270"/>
            <a:ext cx="3252840" cy="979889"/>
            <a:chOff x="5061855" y="1549270"/>
            <a:chExt cx="3252840" cy="979889"/>
          </a:xfrm>
          <a:solidFill>
            <a:srgbClr val="FFFF99"/>
          </a:solidFill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6433BB5-721F-28A0-B2C8-EA94AC428EC9}"/>
                </a:ext>
              </a:extLst>
            </p:cNvPr>
            <p:cNvSpPr/>
            <p:nvPr/>
          </p:nvSpPr>
          <p:spPr>
            <a:xfrm flipV="1">
              <a:off x="5061855" y="1549270"/>
              <a:ext cx="3252840" cy="97988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20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802630E-6CCD-9A21-0EB2-2D2425E2B4DB}"/>
                </a:ext>
              </a:extLst>
            </p:cNvPr>
            <p:cNvSpPr/>
            <p:nvPr/>
          </p:nvSpPr>
          <p:spPr>
            <a:xfrm>
              <a:off x="5119810" y="1651723"/>
              <a:ext cx="3120730" cy="769441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thoû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sp>
        <p:nvSpPr>
          <p:cNvPr id="277" name="Rectangle 276">
            <a:extLst>
              <a:ext uri="{FF2B5EF4-FFF2-40B4-BE49-F238E27FC236}">
                <a16:creationId xmlns:a16="http://schemas.microsoft.com/office/drawing/2014/main" id="{403F301B-D24D-7116-050C-4470EF707244}"/>
              </a:ext>
            </a:extLst>
          </p:cNvPr>
          <p:cNvSpPr/>
          <p:nvPr/>
        </p:nvSpPr>
        <p:spPr>
          <a:xfrm>
            <a:off x="5673013" y="7362766"/>
            <a:ext cx="484456" cy="769441"/>
          </a:xfrm>
          <a:prstGeom prst="rect">
            <a:avLst/>
          </a:prstGeom>
          <a:solidFill>
            <a:srgbClr val="FFFF99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6A47A8C-690F-8675-2F22-B0AEA17B4B9E}"/>
              </a:ext>
            </a:extLst>
          </p:cNvPr>
          <p:cNvSpPr/>
          <p:nvPr/>
        </p:nvSpPr>
        <p:spPr>
          <a:xfrm>
            <a:off x="590093" y="3528092"/>
            <a:ext cx="2676821" cy="7545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B1F2BB-12EC-A855-3672-F2C1889FF94C}"/>
              </a:ext>
            </a:extLst>
          </p:cNvPr>
          <p:cNvSpPr/>
          <p:nvPr/>
        </p:nvSpPr>
        <p:spPr>
          <a:xfrm>
            <a:off x="170398" y="5726450"/>
            <a:ext cx="3586785" cy="1371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A74339E-060D-8394-8A34-7D9547299805}"/>
              </a:ext>
            </a:extLst>
          </p:cNvPr>
          <p:cNvGrpSpPr/>
          <p:nvPr/>
        </p:nvGrpSpPr>
        <p:grpSpPr>
          <a:xfrm>
            <a:off x="582331" y="474851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AEBD30D0-C9AE-14C2-1E51-095481D50558}"/>
                </a:ext>
              </a:extLst>
            </p:cNvPr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AC11DA34-5FFD-AA6A-182E-F0E89D5E7D0A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2F3AC73C-6FF1-CE21-4918-376F00CDC878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C7F91F5-F1E1-83EA-A5F2-A62836C401B2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B45400B-2B26-02B1-44A2-E4D5A6D052DA}"/>
              </a:ext>
            </a:extLst>
          </p:cNvPr>
          <p:cNvSpPr/>
          <p:nvPr/>
        </p:nvSpPr>
        <p:spPr>
          <a:xfrm>
            <a:off x="1676805" y="5839953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0B5A8D5-1BA7-8A47-F943-57B583F1B9A8}"/>
              </a:ext>
            </a:extLst>
          </p:cNvPr>
          <p:cNvSpPr/>
          <p:nvPr/>
        </p:nvSpPr>
        <p:spPr>
          <a:xfrm>
            <a:off x="2849606" y="5839405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6A4ECC6-DC1C-2FEC-BA7E-F5540245729C}"/>
              </a:ext>
            </a:extLst>
          </p:cNvPr>
          <p:cNvSpPr/>
          <p:nvPr/>
        </p:nvSpPr>
        <p:spPr>
          <a:xfrm>
            <a:off x="498426" y="5830617"/>
            <a:ext cx="6654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D9D743-AC9C-5D94-614C-F33487C85EBF}"/>
              </a:ext>
            </a:extLst>
          </p:cNvPr>
          <p:cNvGrpSpPr/>
          <p:nvPr/>
        </p:nvGrpSpPr>
        <p:grpSpPr>
          <a:xfrm>
            <a:off x="602854" y="7295208"/>
            <a:ext cx="2692182" cy="851208"/>
            <a:chOff x="4626035" y="6490417"/>
            <a:chExt cx="2692182" cy="851208"/>
          </a:xfrm>
          <a:solidFill>
            <a:srgbClr val="FEFFEF"/>
          </a:solidFill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CD10658C-2F6B-C1BC-3769-D1BAAFB07D3D}"/>
                </a:ext>
              </a:extLst>
            </p:cNvPr>
            <p:cNvSpPr/>
            <p:nvPr/>
          </p:nvSpPr>
          <p:spPr>
            <a:xfrm>
              <a:off x="462603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90C638D-D8F2-59F4-B460-2A5B71678B87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51E43892-B6B9-AF71-84D9-EB92441BF979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CB1204C4-71AB-9EB6-D11D-4F1C92FFD351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394F747-4ABD-9976-4B51-745C2F5AAB54}"/>
              </a:ext>
            </a:extLst>
          </p:cNvPr>
          <p:cNvGrpSpPr/>
          <p:nvPr/>
        </p:nvGrpSpPr>
        <p:grpSpPr>
          <a:xfrm>
            <a:off x="617700" y="8279075"/>
            <a:ext cx="2692182" cy="851208"/>
            <a:chOff x="4645085" y="6490417"/>
            <a:chExt cx="2692182" cy="851208"/>
          </a:xfrm>
          <a:solidFill>
            <a:srgbClr val="FEFFEF"/>
          </a:solidFill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BAFB6914-78BE-7524-DDEC-C642AF35BFDB}"/>
                </a:ext>
              </a:extLst>
            </p:cNvPr>
            <p:cNvSpPr/>
            <p:nvPr/>
          </p:nvSpPr>
          <p:spPr>
            <a:xfrm>
              <a:off x="4645085" y="6490417"/>
              <a:ext cx="2692182" cy="84385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7E084C81-B2C3-BC74-B18C-11C5AA5FD503}"/>
                </a:ext>
              </a:extLst>
            </p:cNvPr>
            <p:cNvSpPr/>
            <p:nvPr/>
          </p:nvSpPr>
          <p:spPr>
            <a:xfrm>
              <a:off x="4650167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97C91F2-E83D-5FC6-8770-B2EADD88AC84}"/>
                </a:ext>
              </a:extLst>
            </p:cNvPr>
            <p:cNvSpPr/>
            <p:nvPr/>
          </p:nvSpPr>
          <p:spPr>
            <a:xfrm>
              <a:off x="5525925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04A5679A-6B31-2C11-3280-5BE58345956F}"/>
                </a:ext>
              </a:extLst>
            </p:cNvPr>
            <p:cNvSpPr/>
            <p:nvPr/>
          </p:nvSpPr>
          <p:spPr>
            <a:xfrm>
              <a:off x="6422071" y="6510628"/>
              <a:ext cx="896146" cy="83099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</a:p>
          </p:txBody>
        </p:sp>
      </p:grpSp>
      <p:sp>
        <p:nvSpPr>
          <p:cNvPr id="279" name="Rectangle 278">
            <a:extLst>
              <a:ext uri="{FF2B5EF4-FFF2-40B4-BE49-F238E27FC236}">
                <a16:creationId xmlns:a16="http://schemas.microsoft.com/office/drawing/2014/main" id="{177C2635-356C-539D-D58F-50E2B45E6D9F}"/>
              </a:ext>
            </a:extLst>
          </p:cNvPr>
          <p:cNvSpPr/>
          <p:nvPr/>
        </p:nvSpPr>
        <p:spPr>
          <a:xfrm>
            <a:off x="6699423" y="7362765"/>
            <a:ext cx="484456" cy="769441"/>
          </a:xfrm>
          <a:prstGeom prst="rect">
            <a:avLst/>
          </a:prstGeom>
          <a:solidFill>
            <a:srgbClr val="FFFF99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m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78592965-6B6C-8A7F-D4C0-A3257B900C3B}"/>
              </a:ext>
            </a:extLst>
          </p:cNvPr>
          <p:cNvSpPr/>
          <p:nvPr/>
        </p:nvSpPr>
        <p:spPr>
          <a:xfrm>
            <a:off x="9530709" y="2667855"/>
            <a:ext cx="2413641" cy="880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D0AE80B-EC0E-F583-4F1B-327C12059B3C}"/>
              </a:ext>
            </a:extLst>
          </p:cNvPr>
          <p:cNvSpPr/>
          <p:nvPr/>
        </p:nvSpPr>
        <p:spPr>
          <a:xfrm>
            <a:off x="9851581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90333B0-C9A8-2B6E-10C1-7E472B82659A}"/>
              </a:ext>
            </a:extLst>
          </p:cNvPr>
          <p:cNvSpPr/>
          <p:nvPr/>
        </p:nvSpPr>
        <p:spPr>
          <a:xfrm>
            <a:off x="10788938" y="2446205"/>
            <a:ext cx="896146" cy="1323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E67AB5-217F-C20F-7F0A-40A3F860675B}"/>
              </a:ext>
            </a:extLst>
          </p:cNvPr>
          <p:cNvSpPr/>
          <p:nvPr/>
        </p:nvSpPr>
        <p:spPr>
          <a:xfrm flipV="1">
            <a:off x="8672689" y="7070363"/>
            <a:ext cx="2558610" cy="140888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C584F-D4BF-532E-F839-FF633D3E96D9}"/>
              </a:ext>
            </a:extLst>
          </p:cNvPr>
          <p:cNvSpPr/>
          <p:nvPr/>
        </p:nvSpPr>
        <p:spPr>
          <a:xfrm>
            <a:off x="9190573" y="7362766"/>
            <a:ext cx="340136" cy="769441"/>
          </a:xfrm>
          <a:prstGeom prst="rect">
            <a:avLst/>
          </a:prstGeom>
          <a:solidFill>
            <a:srgbClr val="FFFF99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0873D-C8AA-512A-E092-4C6B670230E0}"/>
              </a:ext>
            </a:extLst>
          </p:cNvPr>
          <p:cNvSpPr/>
          <p:nvPr/>
        </p:nvSpPr>
        <p:spPr>
          <a:xfrm>
            <a:off x="10216983" y="7362765"/>
            <a:ext cx="356709" cy="769441"/>
          </a:xfrm>
          <a:prstGeom prst="rect">
            <a:avLst/>
          </a:prstGeom>
          <a:solidFill>
            <a:srgbClr val="FFFF99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i</a:t>
            </a:r>
            <a:endParaRPr lang="en-US" sz="4400" b="1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VNI-Avo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DBDCE8-B118-7163-A379-32924B4FBA23}"/>
              </a:ext>
            </a:extLst>
          </p:cNvPr>
          <p:cNvSpPr/>
          <p:nvPr/>
        </p:nvSpPr>
        <p:spPr>
          <a:xfrm>
            <a:off x="307889" y="904660"/>
            <a:ext cx="3928546" cy="224806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C35DFC-1E03-8B97-F06C-07418B43A53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>
            <a:off x="1311593" y="997075"/>
            <a:ext cx="939860" cy="11215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7D9508-A857-BDCE-F025-E5D8320228C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 flipH="1">
            <a:off x="400002" y="981678"/>
            <a:ext cx="908924" cy="10846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055FA9-95D9-1B71-C284-BD19C267747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>
            <a:off x="2276028" y="2100466"/>
            <a:ext cx="1105267" cy="9464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0FBD7F-CB60-12A8-8D36-80115E58570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>
            <a:off x="408997" y="2116013"/>
            <a:ext cx="1105267" cy="9464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A79974-491A-D6BF-3CC8-A52818F1D23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 flipH="1">
            <a:off x="1308926" y="2145460"/>
            <a:ext cx="1105267" cy="9464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8A288F-5E27-2FC5-1847-2B1B6B70217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>
            <a:off x="3191517" y="947699"/>
            <a:ext cx="952819" cy="11370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1C0960-B982-1CED-827C-1F616F529B9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 flipH="1">
            <a:off x="2283856" y="970741"/>
            <a:ext cx="939860" cy="11215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0AD372-DECF-4C8E-F1EE-197902BDEF1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158" b="95263" l="31579" r="72556">
                        <a14:foregroundMark x1="40977" y1="6316" x2="48872" y2="43158"/>
                        <a14:foregroundMark x1="41353" y1="44737" x2="61278" y2="41579"/>
                        <a14:foregroundMark x1="61278" y1="41579" x2="61278" y2="41053"/>
                        <a14:foregroundMark x1="38722" y1="3684" x2="38722" y2="3684"/>
                        <a14:foregroundMark x1="44361" y1="63684" x2="60526" y2="88421"/>
                        <a14:foregroundMark x1="33459" y1="95263" x2="45865" y2="92632"/>
                      </a14:backgroundRemoval>
                    </a14:imgEffect>
                  </a14:imgLayer>
                </a14:imgProps>
              </a:ext>
            </a:extLst>
          </a:blip>
          <a:srcRect l="26452" r="21184"/>
          <a:stretch/>
        </p:blipFill>
        <p:spPr>
          <a:xfrm flipH="1">
            <a:off x="3144134" y="2116013"/>
            <a:ext cx="1105267" cy="946476"/>
          </a:xfrm>
          <a:prstGeom prst="rect">
            <a:avLst/>
          </a:prstGeom>
        </p:spPr>
      </p:pic>
      <p:pic>
        <p:nvPicPr>
          <p:cNvPr id="29" name="Ghi tiêu chuẩn 11">
            <a:hlinkClick r:id="" action="ppaction://media"/>
            <a:extLst>
              <a:ext uri="{FF2B5EF4-FFF2-40B4-BE49-F238E27FC236}">
                <a16:creationId xmlns:a16="http://schemas.microsoft.com/office/drawing/2014/main" id="{B7EA7A47-6388-0972-7436-FBD09387835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28" end="1170.9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3669107" y="278713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6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0.08569 -0.26505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8" y="-132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921E-6 1.79894E-6 L 3.84921E-6 0.0001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0.09796 -0.2658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8" y="-132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0476E-6 -4.92063E-6 L -1.90476E-6 0.0001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-0.00174 -0.3710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18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8254E-6 -6.87831E-7 L 2.18254E-6 0.00017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" dur="2033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 -3.38624E-6 L -0.03249 -0.12004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-600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9841E-6 0.00016 L 0.07986 -0.27166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135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9841E-6 1.69312E-6 L -2.69841E-6 0.0001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6 0.00016 L -0.10553 -0.27811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83" y="-139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6 1.69312E-6 L -3.96825E-6 0.00016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6825E-8 -2.6455E-7 L -0.00508 -0.26604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1331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4603E-6 2.53968E-6 L -0.00297 -0.2624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" y="-1312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206E-6 -3.38624E-6 L 0.03497 -0.12434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9" y="-62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254E-6 -0.00017 L 4.3254E-6 1.26984E-6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3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3 -0.00116 L 0.15997 -0.27166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1" y="-1352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7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93651E-7 1.69312E-6 L -0.03038 -0.2672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5" y="-133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  <p:bldLst>
      <p:bldP spid="286" grpId="0" animBg="1"/>
      <p:bldP spid="277" grpId="0" animBg="1"/>
      <p:bldP spid="277" grpId="1" animBg="1"/>
      <p:bldP spid="211" grpId="0"/>
      <p:bldP spid="249" grpId="0"/>
      <p:bldP spid="249" grpId="1"/>
      <p:bldP spid="248" grpId="0"/>
      <p:bldP spid="248" grpId="1"/>
      <p:bldP spid="279" grpId="0" animBg="1"/>
      <p:bldP spid="279" grpId="1" animBg="1"/>
      <p:bldP spid="279" grpId="2" animBg="1"/>
      <p:bldP spid="281" grpId="0" animBg="1"/>
      <p:bldP spid="283" grpId="0"/>
      <p:bldP spid="283" grpId="1"/>
      <p:bldP spid="283" grpId="2"/>
      <p:bldP spid="284" grpId="0"/>
      <p:bldP spid="284" grpId="1"/>
      <p:bldP spid="3" grpId="0" animBg="1"/>
      <p:bldP spid="4" grpId="0" animBg="1"/>
      <p:bldP spid="4" grpId="1" animBg="1"/>
      <p:bldP spid="5" grpId="0" animBg="1"/>
      <p:bldP spid="5" grpId="1" animBg="1"/>
      <p:bldP spid="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17811-433F-817D-4AB3-E51D1A84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6462B00A-AFB9-A593-928C-A4FBA3CB18C6}"/>
              </a:ext>
            </a:extLst>
          </p:cNvPr>
          <p:cNvGrpSpPr/>
          <p:nvPr/>
        </p:nvGrpSpPr>
        <p:grpSpPr>
          <a:xfrm>
            <a:off x="1580655" y="2363055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CB9AC74-52BD-A432-AB76-EE3064AA889A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DB38FF1-B824-EFC7-237B-DE6123547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4639C863-B887-BE1B-5C1A-142225CDFD4B}"/>
              </a:ext>
            </a:extLst>
          </p:cNvPr>
          <p:cNvSpPr/>
          <p:nvPr/>
        </p:nvSpPr>
        <p:spPr>
          <a:xfrm>
            <a:off x="2866481" y="2486809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29C2122-E010-2E89-6951-AD976A27E923}"/>
              </a:ext>
            </a:extLst>
          </p:cNvPr>
          <p:cNvGrpSpPr/>
          <p:nvPr/>
        </p:nvGrpSpPr>
        <p:grpSpPr>
          <a:xfrm>
            <a:off x="4862040" y="480916"/>
            <a:ext cx="3291869" cy="1408886"/>
            <a:chOff x="6581485" y="1455578"/>
            <a:chExt cx="2577881" cy="1169234"/>
          </a:xfrm>
          <a:solidFill>
            <a:srgbClr val="FFFF99"/>
          </a:solidFill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13E7B2E-CD04-5B3A-60E1-CD1B832EFEF8}"/>
                </a:ext>
              </a:extLst>
            </p:cNvPr>
            <p:cNvSpPr/>
            <p:nvPr/>
          </p:nvSpPr>
          <p:spPr>
            <a:xfrm flipV="1">
              <a:off x="6581485" y="1455578"/>
              <a:ext cx="2577881" cy="1169234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10F4DCE-6037-EDBC-4E7F-AF84E8A52BA6}"/>
                </a:ext>
              </a:extLst>
            </p:cNvPr>
            <p:cNvSpPr/>
            <p:nvPr/>
          </p:nvSpPr>
          <p:spPr>
            <a:xfrm>
              <a:off x="6717919" y="1559855"/>
              <a:ext cx="2354780" cy="638559"/>
            </a:xfrm>
            <a:prstGeom prst="rect">
              <a:avLst/>
            </a:prstGeom>
            <a:grp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Con </a:t>
              </a:r>
              <a:r>
                <a:rPr lang="en-US" sz="4400" b="1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VNI-Avo" pitchFamily="2" charset="0"/>
                </a:rPr>
                <a:t>thoû</a:t>
              </a:r>
              <a:endPara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39F6F0EB-3B5E-7B2C-48BB-1BB84EB5909C}"/>
              </a:ext>
            </a:extLst>
          </p:cNvPr>
          <p:cNvSpPr/>
          <p:nvPr/>
        </p:nvSpPr>
        <p:spPr>
          <a:xfrm>
            <a:off x="1921499" y="3371370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CDD3DE6-0A61-29DF-9D19-DAC40422D234}"/>
              </a:ext>
            </a:extLst>
          </p:cNvPr>
          <p:cNvSpPr/>
          <p:nvPr/>
        </p:nvSpPr>
        <p:spPr>
          <a:xfrm>
            <a:off x="2776207" y="3370380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C5ACE97-0E92-B720-CCB6-A3FEF36518E7}"/>
              </a:ext>
            </a:extLst>
          </p:cNvPr>
          <p:cNvSpPr/>
          <p:nvPr/>
        </p:nvSpPr>
        <p:spPr>
          <a:xfrm>
            <a:off x="1800595" y="2159215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c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DABF355-8070-134B-32ED-64EC3E616C95}"/>
              </a:ext>
            </a:extLst>
          </p:cNvPr>
          <p:cNvGrpSpPr/>
          <p:nvPr/>
        </p:nvGrpSpPr>
        <p:grpSpPr>
          <a:xfrm>
            <a:off x="5510091" y="2363055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660FA8D-E14A-6678-36DC-3D56E49A675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3C53125-C2B1-A001-3962-570CC1878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Oval 155">
            <a:extLst>
              <a:ext uri="{FF2B5EF4-FFF2-40B4-BE49-F238E27FC236}">
                <a16:creationId xmlns:a16="http://schemas.microsoft.com/office/drawing/2014/main" id="{4FA72989-C8B7-769A-4D80-C9355387BDEA}"/>
              </a:ext>
            </a:extLst>
          </p:cNvPr>
          <p:cNvSpPr/>
          <p:nvPr/>
        </p:nvSpPr>
        <p:spPr>
          <a:xfrm>
            <a:off x="6795917" y="2486809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B6085BD-6859-B488-03E0-71B63A04A97B}"/>
              </a:ext>
            </a:extLst>
          </p:cNvPr>
          <p:cNvSpPr/>
          <p:nvPr/>
        </p:nvSpPr>
        <p:spPr>
          <a:xfrm>
            <a:off x="5850935" y="3371370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6DE2698-D155-2CD1-B582-752785237283}"/>
              </a:ext>
            </a:extLst>
          </p:cNvPr>
          <p:cNvSpPr/>
          <p:nvPr/>
        </p:nvSpPr>
        <p:spPr>
          <a:xfrm>
            <a:off x="6705643" y="3370380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C59D267-4621-86FF-77F4-1BCE46F97C1A}"/>
              </a:ext>
            </a:extLst>
          </p:cNvPr>
          <p:cNvSpPr/>
          <p:nvPr/>
        </p:nvSpPr>
        <p:spPr>
          <a:xfrm>
            <a:off x="5730031" y="2159215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EE69FD-2686-1F1C-B2C6-8D05A2C73E33}"/>
              </a:ext>
            </a:extLst>
          </p:cNvPr>
          <p:cNvGrpSpPr/>
          <p:nvPr/>
        </p:nvGrpSpPr>
        <p:grpSpPr>
          <a:xfrm>
            <a:off x="9483132" y="2321592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A7F351-A65A-D6FC-FD95-3847002D72CD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524CBA-3A3D-ACC3-1A08-591C980A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7A391F3-E9EC-7DC3-BF9D-6E8103B23F43}"/>
              </a:ext>
            </a:extLst>
          </p:cNvPr>
          <p:cNvSpPr/>
          <p:nvPr/>
        </p:nvSpPr>
        <p:spPr>
          <a:xfrm>
            <a:off x="10768958" y="2445346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EBAE1-0192-3566-863D-BE29C56D7BCE}"/>
              </a:ext>
            </a:extLst>
          </p:cNvPr>
          <p:cNvSpPr/>
          <p:nvPr/>
        </p:nvSpPr>
        <p:spPr>
          <a:xfrm>
            <a:off x="9823976" y="332990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469D8-B4B9-F753-57E9-6EC075307D17}"/>
              </a:ext>
            </a:extLst>
          </p:cNvPr>
          <p:cNvSpPr/>
          <p:nvPr/>
        </p:nvSpPr>
        <p:spPr>
          <a:xfrm>
            <a:off x="10678684" y="3328917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E993AD-D9EE-0720-869F-E64923A9E8E2}"/>
              </a:ext>
            </a:extLst>
          </p:cNvPr>
          <p:cNvSpPr/>
          <p:nvPr/>
        </p:nvSpPr>
        <p:spPr>
          <a:xfrm>
            <a:off x="9703072" y="2117752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2CCA4B-AA54-34BB-9E5D-EE342DE13D95}"/>
              </a:ext>
            </a:extLst>
          </p:cNvPr>
          <p:cNvGrpSpPr/>
          <p:nvPr/>
        </p:nvGrpSpPr>
        <p:grpSpPr>
          <a:xfrm>
            <a:off x="3634576" y="5620700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191EAE-96B1-2B76-D844-159EB40AECD3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4EF20F-6503-48FE-5FF1-87B5FEB42C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D806519C-E5BF-A496-1D1E-6EF0AE28FCF0}"/>
              </a:ext>
            </a:extLst>
          </p:cNvPr>
          <p:cNvSpPr/>
          <p:nvPr/>
        </p:nvSpPr>
        <p:spPr>
          <a:xfrm>
            <a:off x="4920402" y="5744454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344B5E-F60B-EF06-E31A-DC19C4D62CD3}"/>
              </a:ext>
            </a:extLst>
          </p:cNvPr>
          <p:cNvSpPr/>
          <p:nvPr/>
        </p:nvSpPr>
        <p:spPr>
          <a:xfrm>
            <a:off x="3975420" y="6629015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1EFF56-1104-3AB0-1CA8-695EC3E8156B}"/>
              </a:ext>
            </a:extLst>
          </p:cNvPr>
          <p:cNvSpPr/>
          <p:nvPr/>
        </p:nvSpPr>
        <p:spPr>
          <a:xfrm>
            <a:off x="4830128" y="6628025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976AE-61EC-D87B-0BBC-977DBA2CBAE7}"/>
              </a:ext>
            </a:extLst>
          </p:cNvPr>
          <p:cNvSpPr/>
          <p:nvPr/>
        </p:nvSpPr>
        <p:spPr>
          <a:xfrm>
            <a:off x="3854516" y="5416860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F394DD-7CA1-E9DB-0F49-C278542AC237}"/>
              </a:ext>
            </a:extLst>
          </p:cNvPr>
          <p:cNvGrpSpPr/>
          <p:nvPr/>
        </p:nvGrpSpPr>
        <p:grpSpPr>
          <a:xfrm>
            <a:off x="7564012" y="5620700"/>
            <a:ext cx="2075722" cy="2016631"/>
            <a:chOff x="3518711" y="231370"/>
            <a:chExt cx="1863360" cy="2877375"/>
          </a:xfrm>
          <a:solidFill>
            <a:srgbClr val="FEFFEF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427E59F-3294-07B1-49CC-67725F1E02F2}"/>
                </a:ext>
              </a:extLst>
            </p:cNvPr>
            <p:cNvSpPr/>
            <p:nvPr/>
          </p:nvSpPr>
          <p:spPr>
            <a:xfrm>
              <a:off x="3538284" y="231370"/>
              <a:ext cx="1824216" cy="287737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40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B69EA5-8F78-3872-E755-DE190C7587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8711" y="1524635"/>
              <a:ext cx="1863360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C5056002-49CB-A100-4157-3F2178982B6E}"/>
              </a:ext>
            </a:extLst>
          </p:cNvPr>
          <p:cNvSpPr/>
          <p:nvPr/>
        </p:nvSpPr>
        <p:spPr>
          <a:xfrm>
            <a:off x="8849838" y="5744454"/>
            <a:ext cx="626053" cy="626053"/>
          </a:xfrm>
          <a:prstGeom prst="ellips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A6AA06-FBD4-67E2-22B4-7C120BF44BB1}"/>
              </a:ext>
            </a:extLst>
          </p:cNvPr>
          <p:cNvSpPr/>
          <p:nvPr/>
        </p:nvSpPr>
        <p:spPr>
          <a:xfrm>
            <a:off x="7904856" y="6629015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95DEB9-41AF-79A1-3241-5E3D98835E7F}"/>
              </a:ext>
            </a:extLst>
          </p:cNvPr>
          <p:cNvSpPr/>
          <p:nvPr/>
        </p:nvSpPr>
        <p:spPr>
          <a:xfrm>
            <a:off x="8759564" y="6628025"/>
            <a:ext cx="650344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33394B-1BB3-A4E3-4F90-96BFF30D8F55}"/>
              </a:ext>
            </a:extLst>
          </p:cNvPr>
          <p:cNvSpPr/>
          <p:nvPr/>
        </p:nvSpPr>
        <p:spPr>
          <a:xfrm>
            <a:off x="7783952" y="5416860"/>
            <a:ext cx="771248" cy="11079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NI-Avo" pitchFamily="2" charset="0"/>
              </a:rPr>
              <a:t>h</a:t>
            </a:r>
          </a:p>
        </p:txBody>
      </p:sp>
      <p:pic>
        <p:nvPicPr>
          <p:cNvPr id="32" name="Ghi tiêu chuẩn 11">
            <a:hlinkClick r:id="" action="ppaction://media"/>
            <a:extLst>
              <a:ext uri="{FF2B5EF4-FFF2-40B4-BE49-F238E27FC236}">
                <a16:creationId xmlns:a16="http://schemas.microsoft.com/office/drawing/2014/main" id="{74DE7E74-8D22-DAC0-F9B3-4226D025DDE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28" end="1170.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669107" y="278713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7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33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33"/>
                            </p:stCondLst>
                            <p:childTnLst>
                              <p:par>
                                <p:cTn id="14" presetID="26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4033"/>
                            </p:stCondLst>
                            <p:childTnLst>
                              <p:par>
                                <p:cTn id="255" presetID="26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1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7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3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6032E-6 -3.86243E-6 L 0.07329 -0.10218 " pathEditMode="relative" rAng="0" ptsTypes="AA">
                                      <p:cBhvr>
                                        <p:cTn id="419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0317E-6 -3.86243E-6 L 0.07329 -0.10218 " pathEditMode="relative" rAng="0" ptsTypes="AA">
                                      <p:cBhvr>
                                        <p:cTn id="430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6032E-6 -2.48677E-6 L 0.07329 -0.10218 " pathEditMode="relative" rAng="0" ptsTypes="AA">
                                      <p:cBhvr>
                                        <p:cTn id="4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6032E-6 -3.86243E-6 L 0.07329 -0.10218 " pathEditMode="relative" rAng="0" ptsTypes="AA">
                                      <p:cBhvr>
                                        <p:cTn id="45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0317E-6 -3.86243E-6 L 0.07329 -0.10218 " pathEditMode="relative" rAng="0" ptsTypes="AA">
                                      <p:cBhvr>
                                        <p:cTn id="46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" y="-51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4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  <p:bldLst>
      <p:bldP spid="3" grpId="0" animBg="1"/>
      <p:bldP spid="87" grpId="0"/>
      <p:bldP spid="87" grpId="1"/>
      <p:bldP spid="89" grpId="0"/>
      <p:bldP spid="89" grpId="1"/>
      <p:bldP spid="90" grpId="0"/>
      <p:bldP spid="156" grpId="0" animBg="1"/>
      <p:bldP spid="160" grpId="0"/>
      <p:bldP spid="160" grpId="1"/>
      <p:bldP spid="161" grpId="0"/>
      <p:bldP spid="161" grpId="1"/>
      <p:bldP spid="162" grpId="0"/>
      <p:bldP spid="2" grpId="0" animBg="1"/>
      <p:bldP spid="7" grpId="0"/>
      <p:bldP spid="7" grpId="1"/>
      <p:bldP spid="8" grpId="0"/>
      <p:bldP spid="8" grpId="1"/>
      <p:bldP spid="9" grpId="0"/>
      <p:bldP spid="14" grpId="0" animBg="1"/>
      <p:bldP spid="15" grpId="0"/>
      <p:bldP spid="15" grpId="1"/>
      <p:bldP spid="16" grpId="0"/>
      <p:bldP spid="16" grpId="1"/>
      <p:bldP spid="17" grpId="0"/>
      <p:bldP spid="21" grpId="0" animBg="1"/>
      <p:bldP spid="22" grpId="0"/>
      <p:bldP spid="22" grpId="1"/>
      <p:bldP spid="23" grpId="0"/>
      <p:bldP spid="23" grpId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C1CF2EBF-3BAA-C9EA-3F6D-8458A4864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14" y="1828800"/>
            <a:ext cx="11168743" cy="240065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Xin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chuùc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möøng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beù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ñaõ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hoaøn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thaønh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thöû</a:t>
            </a:r>
            <a:r>
              <a:rPr lang="en-US" sz="60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 </a:t>
            </a:r>
            <a:r>
              <a:rPr lang="en-US" sz="6000" b="1" i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NI-Avo" pitchFamily="2" charset="0"/>
                <a:cs typeface="Times New Roman" pitchFamily="18" charset="0"/>
              </a:rPr>
              <a:t>thaùch</a:t>
            </a:r>
            <a:endParaRPr lang="en-US" sz="6000" b="1" i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NI-Avo" pitchFamily="2" charset="0"/>
            </a:endParaRPr>
          </a:p>
        </p:txBody>
      </p:sp>
      <p:pic>
        <p:nvPicPr>
          <p:cNvPr id="8" name="Picture 4" descr="addemoticons172">
            <a:extLst>
              <a:ext uri="{FF2B5EF4-FFF2-40B4-BE49-F238E27FC236}">
                <a16:creationId xmlns:a16="http://schemas.microsoft.com/office/drawing/2014/main" id="{585E022A-1E06-463C-04EB-3D6668BDC0F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021286"/>
            <a:ext cx="2286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ddemoticons172">
            <a:extLst>
              <a:ext uri="{FF2B5EF4-FFF2-40B4-BE49-F238E27FC236}">
                <a16:creationId xmlns:a16="http://schemas.microsoft.com/office/drawing/2014/main" id="{8FEFD200-94FA-E04A-C3CD-43652611139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6966858"/>
            <a:ext cx="2286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addemoticons172">
            <a:extLst>
              <a:ext uri="{FF2B5EF4-FFF2-40B4-BE49-F238E27FC236}">
                <a16:creationId xmlns:a16="http://schemas.microsoft.com/office/drawing/2014/main" id="{7C31C458-AFFE-B5F5-C1BE-B24FBF416B4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7021286"/>
            <a:ext cx="2286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addemoticons172">
            <a:extLst>
              <a:ext uri="{FF2B5EF4-FFF2-40B4-BE49-F238E27FC236}">
                <a16:creationId xmlns:a16="http://schemas.microsoft.com/office/drawing/2014/main" id="{90BD9030-41E7-4D64-57BB-B0E70B0957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7021286"/>
            <a:ext cx="2286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 descr="addemoticons172">
            <a:extLst>
              <a:ext uri="{FF2B5EF4-FFF2-40B4-BE49-F238E27FC236}">
                <a16:creationId xmlns:a16="http://schemas.microsoft.com/office/drawing/2014/main" id="{427D272B-D5EF-4DDD-8598-84C2E36B6FE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152917"/>
            <a:ext cx="2286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" descr="Firewrk5">
            <a:extLst>
              <a:ext uri="{FF2B5EF4-FFF2-40B4-BE49-F238E27FC236}">
                <a16:creationId xmlns:a16="http://schemas.microsoft.com/office/drawing/2014/main" id="{B4BB5521-5902-7B8C-871B-E97B6A317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90638" y="54606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 descr="Firewrk5">
            <a:extLst>
              <a:ext uri="{FF2B5EF4-FFF2-40B4-BE49-F238E27FC236}">
                <a16:creationId xmlns:a16="http://schemas.microsoft.com/office/drawing/2014/main" id="{D5C91B27-BF52-8CE6-1900-9DF21FA3B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34412" y="4556029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 descr="1418014dlefhz18lc">
            <a:extLst>
              <a:ext uri="{FF2B5EF4-FFF2-40B4-BE49-F238E27FC236}">
                <a16:creationId xmlns:a16="http://schemas.microsoft.com/office/drawing/2014/main" id="{DC72BC78-A251-F157-BAB6-4255AFC32DB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7164" y="4293913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3" descr="1418014dlefhz18lc">
            <a:extLst>
              <a:ext uri="{FF2B5EF4-FFF2-40B4-BE49-F238E27FC236}">
                <a16:creationId xmlns:a16="http://schemas.microsoft.com/office/drawing/2014/main" id="{830CC399-8144-E54B-1891-B9CA48DBA8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1" y="4110038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4" descr="1418014dlefhz18lc">
            <a:extLst>
              <a:ext uri="{FF2B5EF4-FFF2-40B4-BE49-F238E27FC236}">
                <a16:creationId xmlns:a16="http://schemas.microsoft.com/office/drawing/2014/main" id="{19EF7FA6-3E86-47B1-F584-75CD31AB0D9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844" y="823912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5" descr="1418014dlefhz18lc">
            <a:extLst>
              <a:ext uri="{FF2B5EF4-FFF2-40B4-BE49-F238E27FC236}">
                <a16:creationId xmlns:a16="http://schemas.microsoft.com/office/drawing/2014/main" id="{73A42CF5-C7DB-B6CA-D136-E7DAADAC448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38199"/>
            <a:ext cx="11144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 descr="Firewrk5">
            <a:extLst>
              <a:ext uri="{FF2B5EF4-FFF2-40B4-BE49-F238E27FC236}">
                <a16:creationId xmlns:a16="http://schemas.microsoft.com/office/drawing/2014/main" id="{5EBDFD09-4D54-3618-4404-ACD23965D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34412" y="272322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1" descr="Firewrk5">
            <a:extLst>
              <a:ext uri="{FF2B5EF4-FFF2-40B4-BE49-F238E27FC236}">
                <a16:creationId xmlns:a16="http://schemas.microsoft.com/office/drawing/2014/main" id="{C2A0A0F9-C9C5-A48E-C95C-F2F3B58BD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506007" y="3943033"/>
            <a:ext cx="2400302" cy="2896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0" descr="Firewrk5">
            <a:extLst>
              <a:ext uri="{FF2B5EF4-FFF2-40B4-BE49-F238E27FC236}">
                <a16:creationId xmlns:a16="http://schemas.microsoft.com/office/drawing/2014/main" id="{82E97AF1-0EFE-4FEF-21D2-FD2346013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90636" y="122965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1" descr="Firewrk5">
            <a:extLst>
              <a:ext uri="{FF2B5EF4-FFF2-40B4-BE49-F238E27FC236}">
                <a16:creationId xmlns:a16="http://schemas.microsoft.com/office/drawing/2014/main" id="{54645A0D-C4DF-4DB4-AE58-D7F441236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34410" y="4624388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1" descr="Firewrk5">
            <a:extLst>
              <a:ext uri="{FF2B5EF4-FFF2-40B4-BE49-F238E27FC236}">
                <a16:creationId xmlns:a16="http://schemas.microsoft.com/office/drawing/2014/main" id="{572B5C21-6612-DE40-0793-DCA8B3EDC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34410" y="340681"/>
            <a:ext cx="1704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04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1547</TotalTime>
  <Words>154</Words>
  <Application>Microsoft Office PowerPoint</Application>
  <PresentationFormat>A3 Paper (297x420 mm)</PresentationFormat>
  <Paragraphs>102</Paragraphs>
  <Slides>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VNI-COOPER-HEAVY</vt:lpstr>
      <vt:lpstr>Arial</vt:lpstr>
      <vt:lpstr>Times New Roman</vt:lpstr>
      <vt:lpstr>VNI-Bodon-Poster</vt:lpstr>
      <vt:lpstr>VNI-Heather</vt:lpstr>
      <vt:lpstr>VNI-Avo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Ngọc Ánh Nhung</dc:creator>
  <cp:lastModifiedBy>PC</cp:lastModifiedBy>
  <cp:revision>203</cp:revision>
  <dcterms:created xsi:type="dcterms:W3CDTF">2024-04-19T23:10:06Z</dcterms:created>
  <dcterms:modified xsi:type="dcterms:W3CDTF">2024-05-07T13:28:37Z</dcterms:modified>
</cp:coreProperties>
</file>